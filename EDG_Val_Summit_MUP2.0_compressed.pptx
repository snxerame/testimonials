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55" r:id="rId4"/>
  </p:sldMasterIdLst>
  <p:notesMasterIdLst>
    <p:notesMasterId r:id="rId19"/>
  </p:notesMasterIdLst>
  <p:handoutMasterIdLst>
    <p:handoutMasterId r:id="rId20"/>
  </p:handoutMasterIdLst>
  <p:sldIdLst>
    <p:sldId id="2147482497" r:id="rId5"/>
    <p:sldId id="2147482517" r:id="rId6"/>
    <p:sldId id="2147482514" r:id="rId7"/>
    <p:sldId id="2147482515" r:id="rId8"/>
    <p:sldId id="2147478704" r:id="rId9"/>
    <p:sldId id="2147478707" r:id="rId10"/>
    <p:sldId id="2147478712" r:id="rId11"/>
    <p:sldId id="2147482525" r:id="rId12"/>
    <p:sldId id="2147482527" r:id="rId13"/>
    <p:sldId id="273" r:id="rId14"/>
    <p:sldId id="2147478765" r:id="rId15"/>
    <p:sldId id="2147478759" r:id="rId16"/>
    <p:sldId id="2147482522" r:id="rId17"/>
    <p:sldId id="214747874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DA4704-68BF-06DC-D9C2-53ADA7727779}" name="Lisa Spenner" initials="" userId="S::lspenner@micron.com::7561c49d-8ef2-494f-9ff0-f00df412f9d8" providerId="AD"/>
  <p188:author id="{13D40F0C-252D-AFC6-4054-880B1AF612DC}" name="Emily Backus" initials="EB" userId="S::ebackus@micron.com::3439612a-4986-4e05-bab8-57e61a71b8f5" providerId="AD"/>
  <p188:author id="{FE81970C-617B-EE5E-017B-BA2E460D137A}" name="Michelle Hicks" initials="MH" userId="S::mhicksa@micron.com::2f7f3658-e733-4adb-b9f3-0cb087607d9c" providerId="AD"/>
  <p188:author id="{13BF2610-CE52-7EFC-1A40-ED45B9C60F81}" name="William Stafford" initials="WS" userId="S::wrstaff@micron.com::bb736048-eebd-4bc1-bbb3-4d1c0486ef02" providerId="AD"/>
  <p188:author id="{F851EB11-9BB1-7E9D-5231-1A18AA1C24F2}" name="Stephany Arroyo" initials="SA" userId="S::stephanyarro@micron.com::079c9adb-5ae8-4952-bed0-70d9b2663dde" providerId="AD"/>
  <p188:author id="{01906314-829C-4B5E-F47F-8AA33A04A82C}" name="David Sloyer" initials="DS" userId="S::davidsloyer@micron.com::82120786-290e-4f44-a35c-b86234a4a66c" providerId="AD"/>
  <p188:author id="{637FC01F-F092-898F-8F3F-2139750A9C67}" name="Gregory Agius" initials="GA" userId="S::gagius@micron.com::fb36b20a-5967-4d02-8be5-9fc1a881f449" providerId="AD"/>
  <p188:author id="{21ECD521-E802-0E6A-42AE-59935708CE38}" name="Mike Serrano" initials="" userId="S::mikeserrano@micron.com::34372c3d-6656-41a6-9387-19cbee86bde6" providerId="AD"/>
  <p188:author id="{177DE122-72FE-41DF-D0A8-AB52D01A44DA}" name="Carol Miklus [ CONT-Type1-EXPERIS US INC ]" initials="CM[CTEUI]" userId="S::cmiklus@micron.com::6b837030-2a0a-4b92-acbc-ff6ac86a5f41" providerId="AD"/>
  <p188:author id="{46652C29-E707-59D7-0888-5F25D8C29F04}" name="Mark Plungy" initials="MP" userId="S::mplungy@micron.com::32d9c83b-1147-4fc0-9f28-2f4f9f7d420d" providerId="AD"/>
  <p188:author id="{6D161D2A-6B6A-C294-79B3-D3E4559E8338}" name="Dan Combe" initials="DC" userId="S::dcombe@micron.com::5ac9b0b6-e154-48e5-b673-b0a91ddcc032" providerId="AD"/>
  <p188:author id="{F480EC3C-1F1C-4691-6B53-34D39B10F872}" name="Erin Platt" initials="EP" userId="S::erinplatt@micron.com::ab54a15a-908c-430a-bd12-444db404e346" providerId="AD"/>
  <p188:author id="{7279AA41-6380-FC74-73BC-4B882C0B6862}" name="Meredith Hoing" initials="MH" userId="S::mhoing@micron.com::abe24d7c-b117-4352-8467-58c31ab5be7c" providerId="AD"/>
  <p188:author id="{5E396A44-3281-B185-E759-2806047F8C57}" name="Leslie Rill" initials="LR" userId="S::lrill@micron.com::08ac0f26-a68d-45be-b7d7-fb4f90ea0037" providerId="AD"/>
  <p188:author id="{90D2854C-49C6-B720-6E22-E7536489FB4D}" name="Andrew Lamers [ CONT-Type2-MITCHELL PALMER LLC ]" initials="AL[CPL]" userId="Andrew Lamers [ CONT-Type2-MITCHELL PALMER LLC ]" providerId="None"/>
  <p188:author id="{62D14051-0EF5-FA47-DF48-08C3F20C7889}" name="Josh Goltermann" initials="JG" userId="S::jgoltermann@micron.com::ee529db9-0feb-48c5-ad27-aaac49f5742f" providerId="AD"/>
  <p188:author id="{50059D54-E5C8-0B95-EE4A-ACF7C2F44E1E}" name="Anne Mcneal [ CONT-Type2-MITCHELL PALMER LLC ]" initials="" userId="S::amcneal@micron.com::79d4b0e7-27c1-4824-969b-6e1266eedfa0" providerId="AD"/>
  <p188:author id="{EE098461-92D0-0641-4811-D29C5AA4C643}" name="James Byers" initials="JB" userId="S::jamesbyers@micron.com::3e078011-3281-4cdc-aed8-4f995be7821d" providerId="AD"/>
  <p188:author id="{79CEB864-69DC-6B25-34CF-638C2DED03EF}" name="Tate Tran" initials="TT" userId="S::tatetran@micron.com::179cac98-09bd-4852-b048-7822186b2e57" providerId="AD"/>
  <p188:author id="{1E89E06A-16B1-97A6-AFE0-75E79BFA43AA}" name="Melissa Mora Prada" initials="MMP" userId="S::mmoraprada@micron.com::5baeb7a1-92b8-47a6-b844-d609251f488f" providerId="AD"/>
  <p188:author id="{D6E5E976-644E-7870-F472-B1245E517D2C}" name="Jessica McBroom" initials="JM" userId="S::jmcbroom@micron.com::ed5109ed-ce78-4b11-b287-becaa15bbbe9" providerId="AD"/>
  <p188:author id="{5D9CD47E-2F37-7BB3-1F89-A13A58570257}" name="Marshall Chase" initials="MC" userId="S::mchase@micron.com::6b8f9625-f034-4127-a13d-e22921b2fa40" providerId="AD"/>
  <p188:author id="{2A884782-C3B0-DE2C-05A7-447C8C8A0485}" name="Adrian Crowther" initials="AC" userId="S::acrowther@micron.com::3f833dfa-0191-44f5-87e5-e31f928d5692" providerId="AD"/>
  <p188:author id="{F92C4486-F69D-2669-4CA3-6855CC5C7228}" name="Jennie O'Reilly" initials="" userId="S::joreilly@micron.com::f2cebecd-796c-4509-808f-2f094b16ce5a" providerId="AD"/>
  <p188:author id="{2BEDA089-7D30-83B8-0FEB-F28914C8FCE5}" name="Moira Whalen" initials="MW" userId="S::mwhalen@micron.com::fd6a49f5-91f1-48e0-9b1d-a6ab3ceac2ca" providerId="AD"/>
  <p188:author id="{D7382393-A145-F0B0-4BE4-ADCB5FA01D35}" name="Aiko Lane" initials="AL" userId="S::aikolane@micron.com::5cba6ea4-14b6-4f26-a89c-4aa71d28df0f" providerId="AD"/>
  <p188:author id="{8DA14A93-ED34-CB0A-2D7A-E9FE85E49B5F}" name="Linda Halverson" initials="LH" userId="S::lhalverson@micron.com::01296e0c-d6d3-4fa6-8cbc-d208a8fa7447" providerId="AD"/>
  <p188:author id="{D7D9FC98-0D2D-E653-604D-BEBB8FD3FD39}" name="Tara Abarca" initials="TA" userId="S::taragordon@micron.com::707205ea-bdeb-4502-b990-f9932f4d31bf" providerId="AD"/>
  <p188:author id="{67FE369F-5CAC-F499-C313-63256C753D1D}" name="Christy Weng 翁 敏芳" initials="C敏" userId="S::christyweng@micron.com::aba03238-6ddf-4794-bdfb-405f40ce59af" providerId="AD"/>
  <p188:author id="{08C5939F-5050-BA72-3ADD-2B54337112AB}" name="Joseph Nehme" initials="" userId="S::jnehme@micron.com::bfe67d8b-9946-43af-b223-e644d063f9d6" providerId="AD"/>
  <p188:author id="{601BD1AF-85D5-31A6-A9AE-2069A7F55D4D}" name="Rachel Burkett" initials="" userId="S::rburkett@micron.com::5cb0ecb9-392c-4219-a52f-e1a13734d64e" providerId="AD"/>
  <p188:author id="{41AAE7BC-E2E5-B756-FB9D-18930D730751}" name="Andrew Lamers [ CONT-Type2-MITCHELL PALMER LLC ]" initials="A]" userId="S::alamers@micron.com::a09c92ee-638e-487a-84d7-511b40a8018b" providerId="AD"/>
  <p188:author id="{D900D6C0-7FF5-9583-9432-B69007E02BE2}" name="Matthew Henrikson" initials="MH" userId="S::mhenrikson@micron.com::3c0758f4-8dc1-4308-bd73-fcf41d591d18" providerId="AD"/>
  <p188:author id="{4456C8C1-37B0-B226-53D0-98DF3B12C480}" name="Patty Allison" initials="PA" userId="S::pallison@micron.com::5c2f6232-33ef-4bc4-986f-5b584d613cf6" providerId="AD"/>
  <p188:author id="{FEB79CC3-3662-BFA7-D057-D660A6725ADC}" name="Raigan Wheeler [ CONT-Type1-ARTECH LLC ]" initials="RW" userId="S::raiganwheele@micron.com::2b7fb529-7e9d-4a4c-a498-8e4aa6ca3714" providerId="AD"/>
  <p188:author id="{C5FB0CCC-0050-24D1-202A-25C087F6FC05}" name="Andrew Byrnes" initials="AB" userId="S::abyrnes@micron.com::50d568bc-6c5c-47a7-8b3f-86ea406c97ee" providerId="AD"/>
  <p188:author id="{19EF96CC-5E11-72C4-91EE-A0D4ABFCE547}" name="Kami Faylor" initials="KF" userId="S::ksfaylor@micron.com::fa909fbb-726b-414c-89ce-5eea729d096e" providerId="AD"/>
  <p188:author id="{EB1372D5-74CE-F7AC-B4E9-23E7F9B8E252}" name="Madina Khodjanyazova" initials="MK" userId="S::madinak@micron.com::bd619128-ad21-4575-9934-12eac4e19923" providerId="AD"/>
  <p188:author id="{924E63D6-0EFF-F284-3657-D375D7AF7F11}" name="Aparna Rau" initials="AR" userId="S::arau@micron.com::d41cda7e-41bf-4f20-a126-0e707d726f88" providerId="AD"/>
  <p188:author id="{5A61D1D9-049C-5B20-0F3F-92CA388E1114}" name="Elisa Dodd" initials="ED" userId="S::edodd@micron.com::e0c5be25-a77b-48fc-81d0-60f47a64916a" providerId="AD"/>
  <p188:author id="{801339DA-448A-20E9-6B30-AC6533F1EFB5}" name="Anna Newby" initials="AN" userId="S::anewby@micron.com::32d165d7-db22-49c7-8ce3-9f8a94ecb7de" providerId="AD"/>
  <p188:author id="{2A277BDA-CBCE-536A-DA64-CE52630FD1F2}" name="Esther Chang 張 伊雯" initials="" userId="S::estherchang@micron.com::460cd8c1-a71c-4abe-b6e6-877abeea3637" providerId="AD"/>
  <p188:author id="{947F1EDC-36B3-F6A2-DF4D-01AF1BFF581D}" name="Lesley Byers" initials="LB" userId="S::lbyers@micron.com::7668e8af-fbf9-44df-8bef-f6add7f6f201" providerId="AD"/>
  <p188:author id="{899FE3E3-3B60-72DC-D352-F8C1FD4F1EC4}" name="Richard Trujillo" initials="RT" userId="S::rtrujillo@micron.com::ad90f199-cba2-49aa-abc2-e88378ff5503" providerId="AD"/>
  <p188:author id="{CF7347E5-C9A2-029F-BFA9-A1D78B1C394D}" name="John Collins [ CONT-Type1-EXPERIS US INC ]" initials="J]" userId="S::johncollins@micron.com::f9ba9f70-69a0-40f5-ae95-0ca2686da0ac" providerId="AD"/>
  <p188:author id="{2551F7E9-1590-22BB-A0C8-4462BBE819A5}" name="Erica Rodriguez Pompen" initials="" userId="S::epompen@micron.com::3b7a52de-c924-4c09-924b-b528a9718978" providerId="AD"/>
  <p188:author id="{0CB986EF-8506-B646-99CD-7ED93D5C670D}" name="Mark Wilson" initials="MW" userId="S::mwilsona@micron.com::cf974dc4-bd6c-40e4-a7cb-97025f5db1a2" providerId="AD"/>
  <p188:author id="{3E7A47F0-C06A-0B86-02C2-858FAECB81EA}" name="Lily Tian" initials="LT" userId="S::lilytian@micron.com::b9540fa7-45c0-4035-b0bb-06b657ee87fe" providerId="AD"/>
  <p188:author id="{8CF2A8F0-DE5A-7276-F9F1-8A5A02E8BF2D}" name="Bryce Glenn [ CONT-Type1-EXPERIS US INC ]" initials="BG" userId="S::bglenn@micron.com::051765ee-8c50-4490-9ad6-c1dffc7e24bf" providerId="AD"/>
  <p188:author id="{4354E6F1-BE84-6A78-2ECC-23B06BEA4CDA}" name="Rachael Fullinwider" initials="RF" userId="S::rfullinwider@micron.com::2592bd25-40f4-4e5b-aa50-24a53b380aba" providerId="AD"/>
  <p188:author id="{C15D86F6-9B77-CF6C-7DDF-EED12BA59432}" name="Rahul Sandil" initials="RS" userId="S::rsandil@micron.com::bd18eb34-d3ee-46cb-9864-eade22b3bb5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C8FF"/>
    <a:srgbClr val="01AB01"/>
    <a:srgbClr val="2044FF"/>
    <a:srgbClr val="B6FCB4"/>
    <a:srgbClr val="FFBE1E"/>
    <a:srgbClr val="4B6C46"/>
    <a:srgbClr val="040516"/>
    <a:srgbClr val="3539F4"/>
    <a:srgbClr val="0068FF"/>
    <a:srgbClr val="E601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E0A1F4-DE8E-5CDE-9989-E0E7511ED2ED}" v="34" dt="2026-04-28T09:41:24.618"/>
    <p1510:client id="{F69EBFCC-6035-E9F5-103F-D17531D56F03}" v="137" dt="2026-04-27T06:35:48.351"/>
    <p1510:client id="{FC911328-2D11-0ACE-DD1A-0EF9418B7315}" v="316" dt="2026-04-28T07:06:40.991"/>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268"/>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5/2/2026</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6:45:43.6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6:45:48.4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6:45:52.0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37.327"/>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38.358"/>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39.295"/>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40.882"/>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41.389"/>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0T07:10:42.835"/>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37.7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38.7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39.60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41.4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43.64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44.6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45.5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47.8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51.60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52.5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53.1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4:53.8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3.44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4.789"/>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5.566"/>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7.39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7.868"/>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8.565"/>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09.15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11.799"/>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14.12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14.99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15.80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6T05:05:16.628"/>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44E414-3FE9-8140-9FC1-27F6721ECE4A}" type="slidenum">
              <a:rPr lang="en-US" smtClean="0"/>
              <a:t>1</a:t>
            </a:fld>
            <a:endParaRPr lang="en-US"/>
          </a:p>
        </p:txBody>
      </p:sp>
    </p:spTree>
    <p:extLst>
      <p:ext uri="{BB962C8B-B14F-4D97-AF65-F5344CB8AC3E}">
        <p14:creationId xmlns:p14="http://schemas.microsoft.com/office/powerpoint/2010/main" val="346557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AFCAB-1585-7376-84CE-0657EAC53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6ECC3-5BEE-983F-0E56-660426FDC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2E55CC-0F37-20C3-5D75-6086F4B10F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51D163-CFFF-8380-B18B-2D2F226C2C00}"/>
              </a:ext>
            </a:extLst>
          </p:cNvPr>
          <p:cNvSpPr>
            <a:spLocks noGrp="1"/>
          </p:cNvSpPr>
          <p:nvPr>
            <p:ph type="sldNum" sz="quarter" idx="5"/>
          </p:nvPr>
        </p:nvSpPr>
        <p:spPr/>
        <p:txBody>
          <a:bodyPr/>
          <a:lstStyle/>
          <a:p>
            <a:fld id="{BE44E414-3FE9-8140-9FC1-27F6721ECE4A}" type="slidenum">
              <a:rPr lang="en-US" smtClean="0"/>
              <a:t>4</a:t>
            </a:fld>
            <a:endParaRPr lang="en-US"/>
          </a:p>
        </p:txBody>
      </p:sp>
    </p:spTree>
    <p:extLst>
      <p:ext uri="{BB962C8B-B14F-4D97-AF65-F5344CB8AC3E}">
        <p14:creationId xmlns:p14="http://schemas.microsoft.com/office/powerpoint/2010/main" val="405117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44E414-3FE9-8140-9FC1-27F6721ECE4A}" type="slidenum">
              <a:rPr lang="en-US" smtClean="0"/>
              <a:t>5</a:t>
            </a:fld>
            <a:endParaRPr lang="en-US"/>
          </a:p>
        </p:txBody>
      </p:sp>
    </p:spTree>
    <p:extLst>
      <p:ext uri="{BB962C8B-B14F-4D97-AF65-F5344CB8AC3E}">
        <p14:creationId xmlns:p14="http://schemas.microsoft.com/office/powerpoint/2010/main" val="396077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44E414-3FE9-8140-9FC1-27F6721ECE4A}" type="slidenum">
              <a:rPr lang="en-US" smtClean="0"/>
              <a:t>6</a:t>
            </a:fld>
            <a:endParaRPr lang="en-US"/>
          </a:p>
        </p:txBody>
      </p:sp>
    </p:spTree>
    <p:extLst>
      <p:ext uri="{BB962C8B-B14F-4D97-AF65-F5344CB8AC3E}">
        <p14:creationId xmlns:p14="http://schemas.microsoft.com/office/powerpoint/2010/main" val="1582112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C3727-C9F5-A5DB-B8FB-3621AA463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BB555-A2FB-1127-84EC-FA7FFEA3CC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E2DCE5-3C20-931A-D67B-6CA51C8A4B94}"/>
              </a:ext>
            </a:extLst>
          </p:cNvPr>
          <p:cNvSpPr>
            <a:spLocks noGrp="1"/>
          </p:cNvSpPr>
          <p:nvPr>
            <p:ph type="body" idx="1"/>
          </p:nvPr>
        </p:nvSpPr>
        <p:spPr/>
        <p:txBody>
          <a:bodyPr/>
          <a:lstStyle/>
          <a:p>
            <a:pPr algn="just" rtl="0" fontAlgn="base"/>
            <a:r>
              <a:rPr lang="en-US" sz="1200" b="0" i="0" u="none" strike="noStrike">
                <a:solidFill>
                  <a:srgbClr val="000000"/>
                </a:solidFill>
                <a:effectLst/>
                <a:latin typeface="Arial" panose="020B0604020202020204" pitchFamily="34" charset="0"/>
              </a:rPr>
              <a:t>Memory and storage are a growing portion of the global semiconductor industry and today represent approximately 30% of the semiconductor market. Secular growth drivers like 5G and AI will expand usage of memory and storage across the data center and the intelligent edge, and in areas like automotive and a diversity of user devices.    ​</a:t>
            </a:r>
            <a:endParaRPr lang="en-US" b="0" i="0" u="none" strike="noStrike">
              <a:solidFill>
                <a:srgbClr val="444444"/>
              </a:solidFill>
              <a:effectLst/>
              <a:latin typeface="Calibri" panose="020F0502020204030204" pitchFamily="34" charset="0"/>
            </a:endParaRPr>
          </a:p>
          <a:p>
            <a:pPr marL="0" indent="0" algn="just" rtl="0" fontAlgn="base">
              <a:buFontTx/>
              <a:buNone/>
            </a:pPr>
            <a:r>
              <a:rPr lang="en-US" sz="1200" b="0" i="0" u="none" strike="noStrike">
                <a:solidFill>
                  <a:srgbClr val="000000"/>
                </a:solidFill>
                <a:effectLst/>
                <a:latin typeface="Arial" panose="020B0604020202020204" pitchFamily="34" charset="0"/>
              </a:rPr>
              <a:t> ​</a:t>
            </a:r>
            <a:endParaRPr lang="en-US" b="0" i="0" u="none" strike="noStrike">
              <a:solidFill>
                <a:srgbClr val="444444"/>
              </a:solidFill>
              <a:effectLst/>
              <a:latin typeface="Calibri" panose="020F0502020204030204" pitchFamily="34" charset="0"/>
            </a:endParaRPr>
          </a:p>
          <a:p>
            <a:pPr algn="just" rtl="0" fontAlgn="base"/>
            <a:r>
              <a:rPr lang="en-US" sz="1200" b="0" i="0" u="none" strike="noStrike">
                <a:solidFill>
                  <a:srgbClr val="000000"/>
                </a:solidFill>
                <a:effectLst/>
                <a:latin typeface="Arial" panose="020B0604020202020204" pitchFamily="34" charset="0"/>
              </a:rPr>
              <a:t>As one of the world’s largest semiconductor manufacturers and the only U.S.-based manufacturer of memory, we believe that continued investment in manufacturing and R&amp;D puts us in the best position to continue to deliver industry-leading memory and storage technologies to our customers and meet the growing demand.   ​</a:t>
            </a:r>
            <a:endParaRPr lang="en-US" b="0" i="0" u="none" strike="noStrike">
              <a:solidFill>
                <a:srgbClr val="444444"/>
              </a:solidFill>
              <a:effectLst/>
              <a:latin typeface="Calibri" panose="020F0502020204030204" pitchFamily="34" charset="0"/>
            </a:endParaRPr>
          </a:p>
          <a:p>
            <a:pPr marL="0" indent="0" algn="just" rtl="0" fontAlgn="base">
              <a:buFontTx/>
              <a:buNone/>
            </a:pPr>
            <a:r>
              <a:rPr lang="en-US" sz="1200" b="0" i="0" u="none" strike="noStrike">
                <a:solidFill>
                  <a:srgbClr val="000000"/>
                </a:solidFill>
                <a:effectLst/>
                <a:latin typeface="Arial" panose="020B0604020202020204" pitchFamily="34" charset="0"/>
              </a:rPr>
              <a:t> ​ ​</a:t>
            </a:r>
            <a:endParaRPr lang="en-US" b="0" i="0" u="none" strike="noStrike">
              <a:solidFill>
                <a:srgbClr val="444444"/>
              </a:solidFill>
              <a:effectLst/>
              <a:latin typeface="Calibri" panose="020F0502020204030204" pitchFamily="34" charset="0"/>
            </a:endParaRPr>
          </a:p>
          <a:p>
            <a:pPr algn="just" rtl="0" fontAlgn="base"/>
            <a:r>
              <a:rPr lang="en-US" sz="1200" b="0" i="0" u="none" strike="noStrike">
                <a:solidFill>
                  <a:srgbClr val="000000"/>
                </a:solidFill>
                <a:effectLst/>
                <a:latin typeface="Arial" panose="020B0604020202020204" pitchFamily="34" charset="0"/>
              </a:rPr>
              <a:t>State-of-the-art memory manufacturing at competitive costs requires large-scale fabs that have the potential to create tens of thousands of new jobs and significant economic growth. Government support is essential to enable cost-effective memory manufacturing. U.S. memory manufacturing costs run 35-45% higher than in lower-cost markets with established semiconductor ecosystems, making passage of CHIPS funding and a refundable investment tax credit critical to potential expansion of U.S manufacturing as part of Micron’s targeted investment. ​</a:t>
            </a:r>
            <a:endParaRPr lang="en-US" b="0" i="0" u="none" strike="noStrike">
              <a:solidFill>
                <a:srgbClr val="444444"/>
              </a:solidFill>
              <a:effectLst/>
              <a:latin typeface="Calibri" panose="020F0502020204030204" pitchFamily="34" charset="0"/>
            </a:endParaRPr>
          </a:p>
          <a:p>
            <a:pPr marL="0" indent="0" algn="l" rtl="0" fontAlgn="base">
              <a:buFontTx/>
              <a:buNone/>
            </a:pPr>
            <a:r>
              <a:rPr lang="en-US" sz="1200" b="0" i="0" u="none" strike="noStrike">
                <a:solidFill>
                  <a:srgbClr val="000000"/>
                </a:solidFill>
                <a:effectLst/>
                <a:latin typeface="Calibri" panose="020F0502020204030204" pitchFamily="34" charset="0"/>
              </a:rPr>
              <a:t>​</a:t>
            </a:r>
            <a:endParaRPr lang="en-US" b="0" i="0" u="none" strike="noStrike">
              <a:solidFill>
                <a:srgbClr val="444444"/>
              </a:solidFill>
              <a:effectLst/>
              <a:latin typeface="Calibri" panose="020F0502020204030204" pitchFamily="34" charset="0"/>
            </a:endParaRPr>
          </a:p>
          <a:p>
            <a:endParaRPr lang="en-US"/>
          </a:p>
        </p:txBody>
      </p:sp>
      <p:sp>
        <p:nvSpPr>
          <p:cNvPr id="4" name="Slide Number Placeholder 3">
            <a:extLst>
              <a:ext uri="{FF2B5EF4-FFF2-40B4-BE49-F238E27FC236}">
                <a16:creationId xmlns:a16="http://schemas.microsoft.com/office/drawing/2014/main" id="{28D0EF06-A179-EE5F-64C4-C4E0F3A9071D}"/>
              </a:ext>
            </a:extLst>
          </p:cNvPr>
          <p:cNvSpPr>
            <a:spLocks noGrp="1"/>
          </p:cNvSpPr>
          <p:nvPr>
            <p:ph type="sldNum" sz="quarter" idx="5"/>
          </p:nvPr>
        </p:nvSpPr>
        <p:spPr/>
        <p:txBody>
          <a:bodyPr/>
          <a:lstStyle/>
          <a:p>
            <a:fld id="{BE44E414-3FE9-8140-9FC1-27F6721ECE4A}" type="slidenum">
              <a:rPr lang="en-US" smtClean="0"/>
              <a:t>8</a:t>
            </a:fld>
            <a:endParaRPr lang="en-US"/>
          </a:p>
        </p:txBody>
      </p:sp>
    </p:spTree>
    <p:extLst>
      <p:ext uri="{BB962C8B-B14F-4D97-AF65-F5344CB8AC3E}">
        <p14:creationId xmlns:p14="http://schemas.microsoft.com/office/powerpoint/2010/main" val="485858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C5C5A-26BC-A3F2-532B-1BBD1F355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C295A-2FEB-BDC6-EC79-E4849E9828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738D2B-990A-EE35-ED7C-EBA0E5D66EC0}"/>
              </a:ext>
            </a:extLst>
          </p:cNvPr>
          <p:cNvSpPr>
            <a:spLocks noGrp="1"/>
          </p:cNvSpPr>
          <p:nvPr>
            <p:ph type="body" idx="1"/>
          </p:nvPr>
        </p:nvSpPr>
        <p:spPr/>
        <p:txBody>
          <a:bodyPr/>
          <a:lstStyle/>
          <a:p>
            <a:pPr algn="just" rtl="0" fontAlgn="base"/>
            <a:r>
              <a:rPr lang="en-US" sz="1200" b="0" i="0" u="none" strike="noStrike">
                <a:solidFill>
                  <a:srgbClr val="000000"/>
                </a:solidFill>
                <a:effectLst/>
                <a:latin typeface="Arial" panose="020B0604020202020204" pitchFamily="34" charset="0"/>
              </a:rPr>
              <a:t>Memory and storage are a growing portion of the global semiconductor industry and today represent approximately 30% of the semiconductor market. Secular growth drivers like 5G and AI will expand usage of memory and storage across the data center and the intelligent edge, and in areas like automotive and a diversity of user devices.    ​</a:t>
            </a:r>
            <a:endParaRPr lang="en-US" b="0" i="0" u="none" strike="noStrike">
              <a:solidFill>
                <a:srgbClr val="444444"/>
              </a:solidFill>
              <a:effectLst/>
              <a:latin typeface="Calibri" panose="020F0502020204030204" pitchFamily="34" charset="0"/>
            </a:endParaRPr>
          </a:p>
          <a:p>
            <a:pPr marL="0" indent="0" algn="just" rtl="0" fontAlgn="base">
              <a:buFontTx/>
              <a:buNone/>
            </a:pPr>
            <a:r>
              <a:rPr lang="en-US" sz="1200" b="0" i="0" u="none" strike="noStrike">
                <a:solidFill>
                  <a:srgbClr val="000000"/>
                </a:solidFill>
                <a:effectLst/>
                <a:latin typeface="Arial" panose="020B0604020202020204" pitchFamily="34" charset="0"/>
              </a:rPr>
              <a:t> ​</a:t>
            </a:r>
            <a:endParaRPr lang="en-US" b="0" i="0" u="none" strike="noStrike">
              <a:solidFill>
                <a:srgbClr val="444444"/>
              </a:solidFill>
              <a:effectLst/>
              <a:latin typeface="Calibri" panose="020F0502020204030204" pitchFamily="34" charset="0"/>
            </a:endParaRPr>
          </a:p>
          <a:p>
            <a:pPr algn="just" rtl="0" fontAlgn="base"/>
            <a:r>
              <a:rPr lang="en-US" sz="1200" b="0" i="0" u="none" strike="noStrike">
                <a:solidFill>
                  <a:srgbClr val="000000"/>
                </a:solidFill>
                <a:effectLst/>
                <a:latin typeface="Arial" panose="020B0604020202020204" pitchFamily="34" charset="0"/>
              </a:rPr>
              <a:t>As one of the world’s largest semiconductor manufacturers and the only U.S.-based manufacturer of memory, we believe that continued investment in manufacturing and R&amp;D puts us in the best position to continue to deliver industry-leading memory and storage technologies to our customers and meet the growing demand.   ​</a:t>
            </a:r>
            <a:endParaRPr lang="en-US" b="0" i="0" u="none" strike="noStrike">
              <a:solidFill>
                <a:srgbClr val="444444"/>
              </a:solidFill>
              <a:effectLst/>
              <a:latin typeface="Calibri" panose="020F0502020204030204" pitchFamily="34" charset="0"/>
            </a:endParaRPr>
          </a:p>
          <a:p>
            <a:pPr marL="0" indent="0" algn="just" rtl="0" fontAlgn="base">
              <a:buFontTx/>
              <a:buNone/>
            </a:pPr>
            <a:r>
              <a:rPr lang="en-US" sz="1200" b="0" i="0" u="none" strike="noStrike">
                <a:solidFill>
                  <a:srgbClr val="000000"/>
                </a:solidFill>
                <a:effectLst/>
                <a:latin typeface="Arial" panose="020B0604020202020204" pitchFamily="34" charset="0"/>
              </a:rPr>
              <a:t> ​ ​</a:t>
            </a:r>
            <a:endParaRPr lang="en-US" b="0" i="0" u="none" strike="noStrike">
              <a:solidFill>
                <a:srgbClr val="444444"/>
              </a:solidFill>
              <a:effectLst/>
              <a:latin typeface="Calibri" panose="020F0502020204030204" pitchFamily="34" charset="0"/>
            </a:endParaRPr>
          </a:p>
          <a:p>
            <a:pPr algn="just" rtl="0" fontAlgn="base"/>
            <a:r>
              <a:rPr lang="en-US" sz="1200" b="0" i="0" u="none" strike="noStrike">
                <a:solidFill>
                  <a:srgbClr val="000000"/>
                </a:solidFill>
                <a:effectLst/>
                <a:latin typeface="Arial" panose="020B0604020202020204" pitchFamily="34" charset="0"/>
              </a:rPr>
              <a:t>State-of-the-art memory manufacturing at competitive costs requires large-scale fabs that have the potential to create tens of thousands of new jobs and significant economic growth. Government support is essential to enable cost-effective memory manufacturing. U.S. memory manufacturing costs run 35-45% higher than in lower-cost markets with established semiconductor ecosystems, making passage of CHIPS funding and a refundable investment tax credit critical to potential expansion of U.S manufacturing as part of Micron’s targeted investment. ​</a:t>
            </a:r>
            <a:endParaRPr lang="en-US" b="0" i="0" u="none" strike="noStrike">
              <a:solidFill>
                <a:srgbClr val="444444"/>
              </a:solidFill>
              <a:effectLst/>
              <a:latin typeface="Calibri" panose="020F0502020204030204" pitchFamily="34" charset="0"/>
            </a:endParaRPr>
          </a:p>
          <a:p>
            <a:pPr marL="0" indent="0" algn="l" rtl="0" fontAlgn="base">
              <a:buFontTx/>
              <a:buNone/>
            </a:pPr>
            <a:r>
              <a:rPr lang="en-US" sz="1200" b="0" i="0" u="none" strike="noStrike">
                <a:solidFill>
                  <a:srgbClr val="000000"/>
                </a:solidFill>
                <a:effectLst/>
                <a:latin typeface="Calibri" panose="020F0502020204030204" pitchFamily="34" charset="0"/>
              </a:rPr>
              <a:t>​</a:t>
            </a:r>
            <a:endParaRPr lang="en-US" b="0" i="0" u="none" strike="noStrike">
              <a:solidFill>
                <a:srgbClr val="444444"/>
              </a:solidFill>
              <a:effectLst/>
              <a:latin typeface="Calibri" panose="020F0502020204030204" pitchFamily="34" charset="0"/>
            </a:endParaRPr>
          </a:p>
          <a:p>
            <a:endParaRPr lang="en-US"/>
          </a:p>
        </p:txBody>
      </p:sp>
      <p:sp>
        <p:nvSpPr>
          <p:cNvPr id="4" name="Slide Number Placeholder 3">
            <a:extLst>
              <a:ext uri="{FF2B5EF4-FFF2-40B4-BE49-F238E27FC236}">
                <a16:creationId xmlns:a16="http://schemas.microsoft.com/office/drawing/2014/main" id="{8520540F-7570-D724-B796-F44D990A7BE8}"/>
              </a:ext>
            </a:extLst>
          </p:cNvPr>
          <p:cNvSpPr>
            <a:spLocks noGrp="1"/>
          </p:cNvSpPr>
          <p:nvPr>
            <p:ph type="sldNum" sz="quarter" idx="5"/>
          </p:nvPr>
        </p:nvSpPr>
        <p:spPr/>
        <p:txBody>
          <a:bodyPr/>
          <a:lstStyle/>
          <a:p>
            <a:fld id="{BE44E414-3FE9-8140-9FC1-27F6721ECE4A}" type="slidenum">
              <a:rPr lang="en-US" smtClean="0"/>
              <a:t>9</a:t>
            </a:fld>
            <a:endParaRPr lang="en-US"/>
          </a:p>
        </p:txBody>
      </p:sp>
    </p:spTree>
    <p:extLst>
      <p:ext uri="{BB962C8B-B14F-4D97-AF65-F5344CB8AC3E}">
        <p14:creationId xmlns:p14="http://schemas.microsoft.com/office/powerpoint/2010/main" val="263084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defTabSz="916503">
              <a:buNone/>
              <a:defRPr/>
            </a:pPr>
            <a:r>
              <a:rPr lang="en-US"/>
              <a:t>Key message: The point of this slide is to show that AI is now integrated into all aspects of our lives. Bringing value and new insights.</a:t>
            </a:r>
          </a:p>
          <a:p>
            <a:pPr marL="0" indent="0">
              <a:buNone/>
            </a:pPr>
            <a:endParaRPr lang="en-US"/>
          </a:p>
          <a:p>
            <a:pPr marL="0" indent="0">
              <a:buNone/>
            </a:pPr>
            <a:r>
              <a:rPr lang="en-US"/>
              <a:t>Talking points</a:t>
            </a:r>
            <a:endParaRPr lang="en-US">
              <a:cs typeface="Arial"/>
            </a:endParaRPr>
          </a:p>
          <a:p>
            <a:endParaRPr lang="en-US"/>
          </a:p>
          <a:p>
            <a:pPr algn="l">
              <a:buFont typeface="Arial" panose="020B0604020202020204" pitchFamily="34" charset="0"/>
              <a:buChar char="•"/>
            </a:pPr>
            <a:r>
              <a:rPr lang="en-US" b="0" i="0">
                <a:solidFill>
                  <a:srgbClr val="242424"/>
                </a:solidFill>
                <a:effectLst/>
                <a:highlight>
                  <a:srgbClr val="FFFFFF"/>
                </a:highlight>
                <a:latin typeface="Segoe UI"/>
                <a:cs typeface="Segoe UI"/>
              </a:rPr>
              <a:t>We now live in the age of artificial intelligence, a force so pervasive it's interwoven into the very fabric of our existence.</a:t>
            </a:r>
          </a:p>
          <a:p>
            <a:pPr algn="l">
              <a:buFont typeface="Arial" panose="020B0604020202020204" pitchFamily="34" charset="0"/>
              <a:buChar char="•"/>
            </a:pPr>
            <a:r>
              <a:rPr lang="en-US" b="0" i="0">
                <a:solidFill>
                  <a:srgbClr val="242424"/>
                </a:solidFill>
                <a:effectLst/>
                <a:highlight>
                  <a:srgbClr val="FFFFFF"/>
                </a:highlight>
                <a:latin typeface="Segoe UI"/>
                <a:cs typeface="Segoe UI"/>
              </a:rPr>
              <a:t>AI's influence has been felt for decades, but the advent of generative AI has catapulted it into the global limelight.</a:t>
            </a:r>
          </a:p>
          <a:p>
            <a:pPr algn="l">
              <a:buFont typeface="Arial" panose="020B0604020202020204" pitchFamily="34" charset="0"/>
              <a:buChar char="•"/>
            </a:pPr>
            <a:r>
              <a:rPr lang="en-US" b="0" i="0">
                <a:solidFill>
                  <a:srgbClr val="242424"/>
                </a:solidFill>
                <a:effectLst/>
                <a:highlight>
                  <a:srgbClr val="FFFFFF"/>
                </a:highlight>
                <a:latin typeface="Segoe UI"/>
                <a:cs typeface="Segoe UI"/>
              </a:rPr>
              <a:t>Before transformer models like ChatGPT, AI was specialized, designed for specific tasks.</a:t>
            </a:r>
          </a:p>
          <a:p>
            <a:pPr algn="l">
              <a:buFont typeface="Arial" panose="020B0604020202020204" pitchFamily="34" charset="0"/>
              <a:buChar char="•"/>
            </a:pPr>
            <a:r>
              <a:rPr lang="en-US" b="0" i="0">
                <a:solidFill>
                  <a:srgbClr val="242424"/>
                </a:solidFill>
                <a:effectLst/>
                <a:highlight>
                  <a:srgbClr val="FFFFFF"/>
                </a:highlight>
                <a:latin typeface="Segoe UI"/>
                <a:cs typeface="Segoe UI"/>
              </a:rPr>
              <a:t>We honed models to master specific use cases.</a:t>
            </a:r>
          </a:p>
          <a:p>
            <a:pPr algn="l">
              <a:buFont typeface="Arial" panose="020B0604020202020204" pitchFamily="34" charset="0"/>
              <a:buChar char="•"/>
            </a:pPr>
            <a:r>
              <a:rPr lang="en-US" b="0" i="0">
                <a:solidFill>
                  <a:srgbClr val="242424"/>
                </a:solidFill>
                <a:effectLst/>
                <a:highlight>
                  <a:srgbClr val="FFFFFF"/>
                </a:highlight>
                <a:latin typeface="Segoe UI"/>
                <a:cs typeface="Segoe UI"/>
              </a:rPr>
              <a:t>At Micron, our extensive experience with AI spans diverse applications, from promoting environmental sustainability in air and water to identifying intricate challenges in wafer substrates.</a:t>
            </a:r>
          </a:p>
          <a:p>
            <a:pPr marL="183301" indent="-183301"/>
            <a:r>
              <a:rPr lang="en-US" b="0" i="0">
                <a:solidFill>
                  <a:srgbClr val="242424"/>
                </a:solidFill>
                <a:effectLst/>
                <a:highlight>
                  <a:srgbClr val="FFFFFF"/>
                </a:highlight>
                <a:latin typeface="Segoe UI"/>
                <a:cs typeface="Segoe UI"/>
              </a:rPr>
              <a:t>Micron statistics: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We have 590K sensors.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Run 23M wafer images through an AI model weekly.</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Generate 30 terabytes of new data each day.</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Reduce time to market by 50%.</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Reduce product scrap by 22%.</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Resolve quality issues 50% faster.</a:t>
            </a:r>
          </a:p>
          <a:p>
            <a:pPr marL="183301" indent="-183301"/>
            <a:r>
              <a:rPr lang="en-US" b="0" i="0">
                <a:solidFill>
                  <a:srgbClr val="242424"/>
                </a:solidFill>
                <a:effectLst/>
                <a:highlight>
                  <a:srgbClr val="FFFFFF"/>
                </a:highlight>
                <a:latin typeface="Segoe UI"/>
                <a:cs typeface="Segoe UI"/>
              </a:rPr>
              <a:t>Micron’s industry recognition:</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Recognized by the World Economic Forum Lighthouse certification for Smart Manufacturing in Singapore and Taiwan.</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World Economic Forum sustainability lighthouse in 2022.</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Winner of the Asia Pacific Digital Impact Award and Risk &amp; Resilience Award for our Procurement AI Solutions.</a:t>
            </a:r>
          </a:p>
          <a:p>
            <a:pPr algn="l">
              <a:buFont typeface="Arial" panose="020B0604020202020204" pitchFamily="34" charset="0"/>
              <a:buChar char="•"/>
            </a:pPr>
            <a:endParaRPr lang="en-US" b="0" i="0">
              <a:solidFill>
                <a:srgbClr val="242424"/>
              </a:solidFill>
              <a:effectLst/>
              <a:highlight>
                <a:srgbClr val="FFFFFF"/>
              </a:highlight>
              <a:latin typeface="Segoe UI" panose="020B0502040204020203" pitchFamily="34" charset="0"/>
            </a:endParaRPr>
          </a:p>
          <a:p>
            <a:pPr algn="l">
              <a:buFont typeface="Arial" panose="020B0604020202020204" pitchFamily="34" charset="0"/>
              <a:buChar char="•"/>
            </a:pPr>
            <a:r>
              <a:rPr lang="en-US" b="0" i="0">
                <a:solidFill>
                  <a:srgbClr val="242424"/>
                </a:solidFill>
                <a:effectLst/>
                <a:highlight>
                  <a:srgbClr val="FFFFFF"/>
                </a:highlight>
                <a:latin typeface="Segoe UI"/>
                <a:cs typeface="Segoe UI"/>
              </a:rPr>
              <a:t>Healthcare and Automotive Advancements: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In healthcare, AI enhances diagnostic precision in mammography and accelerates new drug discoveries.</a:t>
            </a:r>
          </a:p>
          <a:p>
            <a:pPr lvl="1">
              <a:buFont typeface="Arial" panose="020B0604020202020204" pitchFamily="34" charset="0"/>
              <a:buChar char="•"/>
            </a:pPr>
            <a:r>
              <a:rPr lang="en-US" b="0" i="0">
                <a:solidFill>
                  <a:srgbClr val="242424"/>
                </a:solidFill>
                <a:effectLst/>
                <a:highlight>
                  <a:srgbClr val="FFFFFF"/>
                </a:highlight>
                <a:latin typeface="Segoe UI"/>
                <a:cs typeface="Segoe UI"/>
              </a:rPr>
              <a:t>In the automotive industry, AI </a:t>
            </a:r>
            <a:r>
              <a:rPr lang="en-US">
                <a:solidFill>
                  <a:srgbClr val="242424"/>
                </a:solidFill>
                <a:highlight>
                  <a:srgbClr val="FFFFFF"/>
                </a:highlight>
                <a:latin typeface="Segoe UI"/>
                <a:cs typeface="Segoe UI"/>
              </a:rPr>
              <a:t>is expected to drive the transition to fully</a:t>
            </a:r>
            <a:r>
              <a:rPr lang="en-US" b="0" i="0">
                <a:solidFill>
                  <a:srgbClr val="242424"/>
                </a:solidFill>
                <a:effectLst/>
                <a:highlight>
                  <a:srgbClr val="FFFFFF"/>
                </a:highlight>
                <a:latin typeface="Segoe UI"/>
                <a:cs typeface="Segoe UI"/>
              </a:rPr>
              <a:t> autonomous vehicles.</a:t>
            </a:r>
          </a:p>
          <a:p>
            <a:pPr algn="l">
              <a:buFont typeface="Arial" panose="020B0604020202020204" pitchFamily="34" charset="0"/>
              <a:buChar char="•"/>
            </a:pPr>
            <a:endParaRPr lang="en-US" b="0" i="0">
              <a:solidFill>
                <a:srgbClr val="242424"/>
              </a:solidFill>
              <a:effectLst/>
              <a:highlight>
                <a:srgbClr val="FFFFFF"/>
              </a:highlight>
              <a:latin typeface="Segoe UI" panose="020B0502040204020203" pitchFamily="34" charset="0"/>
            </a:endParaRPr>
          </a:p>
          <a:p>
            <a:pPr algn="l">
              <a:buFont typeface="Arial" panose="020B0604020202020204" pitchFamily="34" charset="0"/>
              <a:buChar char="•"/>
            </a:pPr>
            <a:r>
              <a:rPr lang="en-US" b="0" i="0">
                <a:solidFill>
                  <a:srgbClr val="242424"/>
                </a:solidFill>
                <a:effectLst/>
                <a:highlight>
                  <a:srgbClr val="FFFFFF"/>
                </a:highlight>
                <a:latin typeface="Segoe UI"/>
                <a:cs typeface="Segoe UI"/>
              </a:rPr>
              <a:t>Supervised learning vs. generative AI:</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Showcase the specialized nature of traditional AI systems—immensely powerful within their scope yet limited in breadth.</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AI has evolved significantly in recent years.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Supervised learning learns from labeled training data to make predictions or classify new data points, suitable for precise predictions or classifications.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VS</a:t>
            </a:r>
          </a:p>
          <a:p>
            <a:pPr lvl="1">
              <a:buFont typeface="Arial" panose="020B0604020202020204" pitchFamily="34" charset="0"/>
              <a:buChar char="•"/>
            </a:pPr>
            <a:r>
              <a:rPr lang="en-US">
                <a:solidFill>
                  <a:srgbClr val="242424"/>
                </a:solidFill>
                <a:highlight>
                  <a:srgbClr val="FFFFFF"/>
                </a:highlight>
                <a:latin typeface="Segoe UI"/>
                <a:cs typeface="Segoe UI"/>
              </a:rPr>
              <a:t>And now we have Large Language Models that are generative AI</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Generative AI models train on large datasets to generate new content rather than making predictions.</a:t>
            </a:r>
            <a:endParaRPr lang="en-US">
              <a:latin typeface="Segoe UI"/>
              <a:cs typeface="Segoe UI"/>
            </a:endParaRP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Generative AI represents a significant advancement, serving as a powerful tool for creativity and innovation.</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It taps into the vast pool of global knowledge, enabling the generation of fresh ideas.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This AI excels at the creative process, allowing us to concentrate on evaluation, enhancement, and strategic planning.</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We're entering a period of unprecedented productivity, where AI and human ingenuity work together to accelerate progress.</a:t>
            </a:r>
          </a:p>
          <a:p>
            <a:pPr algn="l">
              <a:buFont typeface="Arial" panose="020B0604020202020204" pitchFamily="34" charset="0"/>
              <a:buChar char="•"/>
            </a:pPr>
            <a:endParaRPr lang="en-US" b="0" i="0">
              <a:solidFill>
                <a:srgbClr val="242424"/>
              </a:solidFill>
              <a:effectLst/>
              <a:highlight>
                <a:srgbClr val="FFFFFF"/>
              </a:highlight>
              <a:latin typeface="Segoe UI" panose="020B0502040204020203" pitchFamily="34" charset="0"/>
            </a:endParaRPr>
          </a:p>
          <a:p>
            <a:pPr algn="l">
              <a:buFont typeface="Arial" panose="020B0604020202020204" pitchFamily="34" charset="0"/>
              <a:buChar char="•"/>
            </a:pPr>
            <a:r>
              <a:rPr lang="en-US" b="0" i="0">
                <a:solidFill>
                  <a:srgbClr val="242424"/>
                </a:solidFill>
                <a:effectLst/>
                <a:highlight>
                  <a:srgbClr val="FFFFFF"/>
                </a:highlight>
                <a:latin typeface="Segoe UI"/>
                <a:cs typeface="Segoe UI"/>
              </a:rPr>
              <a:t>Future of AI:</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Both streams will evolve side by side, each bringing forth new insights and opportunities.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For AI to achieve its full potential, it demands a revolution in memory and storage technology.</a:t>
            </a:r>
          </a:p>
          <a:p>
            <a:pPr algn="l">
              <a:buFont typeface="Arial" panose="020B0604020202020204" pitchFamily="34" charset="0"/>
              <a:buChar char="•"/>
            </a:pPr>
            <a:endParaRPr lang="en-US" b="0" i="0">
              <a:solidFill>
                <a:srgbClr val="242424"/>
              </a:solidFill>
              <a:effectLst/>
              <a:highlight>
                <a:srgbClr val="FFFFFF"/>
              </a:highlight>
              <a:latin typeface="Segoe UI" panose="020B0502040204020203" pitchFamily="34" charset="0"/>
            </a:endParaRPr>
          </a:p>
          <a:p>
            <a:pPr algn="l">
              <a:buFont typeface="Arial" panose="020B0604020202020204" pitchFamily="34" charset="0"/>
              <a:buChar char="•"/>
            </a:pPr>
            <a:r>
              <a:rPr lang="en-US" b="0" i="0">
                <a:solidFill>
                  <a:srgbClr val="242424"/>
                </a:solidFill>
                <a:effectLst/>
                <a:highlight>
                  <a:srgbClr val="FFFFFF"/>
                </a:highlight>
                <a:latin typeface="Segoe UI"/>
                <a:cs typeface="Segoe UI"/>
              </a:rPr>
              <a:t>Transition:</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Just like our brains need memory to function, AI needs memory and storage to store and process information.</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The more data AI can access quickly, the faster it can learn and perform complex tasks.</a:t>
            </a:r>
          </a:p>
          <a:p>
            <a:pPr lvl="1" algn="l">
              <a:buFont typeface="Arial" panose="020B0604020202020204" pitchFamily="34" charset="0"/>
              <a:buChar char="•"/>
            </a:pPr>
            <a:r>
              <a:rPr lang="en-US" b="0" i="0">
                <a:solidFill>
                  <a:srgbClr val="242424"/>
                </a:solidFill>
                <a:effectLst/>
                <a:highlight>
                  <a:srgbClr val="FFFFFF"/>
                </a:highlight>
                <a:latin typeface="Segoe UI"/>
                <a:cs typeface="Segoe UI"/>
              </a:rPr>
              <a:t>This brings us to the heart of today's talk.</a:t>
            </a:r>
            <a:endParaRPr lang="en-US">
              <a:latin typeface="Segoe UI"/>
              <a:cs typeface="Segoe UI"/>
            </a:endParaRPr>
          </a:p>
          <a:p>
            <a:endParaRPr lang="en-US"/>
          </a:p>
        </p:txBody>
      </p:sp>
      <p:sp>
        <p:nvSpPr>
          <p:cNvPr id="4" name="Slide Number Placeholder 3"/>
          <p:cNvSpPr>
            <a:spLocks noGrp="1"/>
          </p:cNvSpPr>
          <p:nvPr>
            <p:ph type="sldNum" sz="quarter" idx="5"/>
          </p:nvPr>
        </p:nvSpPr>
        <p:spPr/>
        <p:txBody>
          <a:bodyPr/>
          <a:lstStyle/>
          <a:p>
            <a:fld id="{BE44E414-3FE9-8140-9FC1-27F6721ECE4A}" type="slidenum">
              <a:rPr lang="en-US" smtClean="0"/>
              <a:t>11</a:t>
            </a:fld>
            <a:endParaRPr lang="en-US"/>
          </a:p>
        </p:txBody>
      </p:sp>
    </p:spTree>
    <p:extLst>
      <p:ext uri="{BB962C8B-B14F-4D97-AF65-F5344CB8AC3E}">
        <p14:creationId xmlns:p14="http://schemas.microsoft.com/office/powerpoint/2010/main" val="1409383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2E0DB-B287-8906-99E7-A1E8F5D9B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90F5F-9431-483E-8633-D400237CD8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906740-2D26-6231-1539-3EE13A9AD9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21CFEC-C4D6-A8DA-A592-FD101F6995A1}"/>
              </a:ext>
            </a:extLst>
          </p:cNvPr>
          <p:cNvSpPr>
            <a:spLocks noGrp="1"/>
          </p:cNvSpPr>
          <p:nvPr>
            <p:ph type="sldNum" sz="quarter" idx="5"/>
          </p:nvPr>
        </p:nvSpPr>
        <p:spPr/>
        <p:txBody>
          <a:bodyPr/>
          <a:lstStyle/>
          <a:p>
            <a:fld id="{BE44E414-3FE9-8140-9FC1-27F6721ECE4A}" type="slidenum">
              <a:rPr lang="en-US" smtClean="0"/>
              <a:t>13</a:t>
            </a:fld>
            <a:endParaRPr lang="en-US"/>
          </a:p>
        </p:txBody>
      </p:sp>
    </p:spTree>
    <p:extLst>
      <p:ext uri="{BB962C8B-B14F-4D97-AF65-F5344CB8AC3E}">
        <p14:creationId xmlns:p14="http://schemas.microsoft.com/office/powerpoint/2010/main" val="3210805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219E734B-9776-3C4B-8168-95B6E92802C9}"/>
              </a:ext>
              <a:ext uri="{C183D7F6-B498-43B3-948B-1728B52AA6E4}">
                <adec:decorative xmlns:adec="http://schemas.microsoft.com/office/drawing/2017/decorative" val="1"/>
              </a:ext>
            </a:extLst>
          </p:cNvPr>
          <p:cNvSpPr/>
          <p:nvPr userDrawn="1"/>
        </p:nvSpPr>
        <p:spPr bwMode="hidden">
          <a:xfrm>
            <a:off x="0" y="0"/>
            <a:ext cx="12192000" cy="6858000"/>
          </a:xfrm>
          <a:prstGeom prst="rect">
            <a:avLst/>
          </a:prstGeom>
          <a:gradFill flip="none" rotWithShape="1">
            <a:gsLst>
              <a:gs pos="100000">
                <a:srgbClr val="FDD501"/>
              </a:gs>
              <a:gs pos="1000">
                <a:srgbClr val="E60177"/>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4725ACC3-FCA8-FD71-5F61-3ED5ED4FE1EE}"/>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762B1E01-7991-8FC1-53B0-ED8D30738EBC}"/>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246A612C-3270-B35E-352B-7E412BC49A3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57589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rgbClr val="000000"/>
        </a:solidFill>
        <a:effectLst/>
      </p:bgPr>
    </p:bg>
    <p:spTree>
      <p:nvGrpSpPr>
        <p:cNvPr id="1" name=""/>
        <p:cNvGrpSpPr/>
        <p:nvPr/>
      </p:nvGrpSpPr>
      <p:grpSpPr>
        <a:xfrm>
          <a:off x="0" y="0"/>
          <a:ext cx="0" cy="0"/>
          <a:chOff x="0" y="0"/>
          <a:chExt cx="0" cy="0"/>
        </a:xfrm>
      </p:grpSpPr>
      <p:sp>
        <p:nvSpPr>
          <p:cNvPr id="9" name="Gradient">
            <a:extLst>
              <a:ext uri="{FF2B5EF4-FFF2-40B4-BE49-F238E27FC236}">
                <a16:creationId xmlns:a16="http://schemas.microsoft.com/office/drawing/2014/main" id="{36780437-915B-154A-A2EB-A9CAC60C78F6}"/>
              </a:ext>
              <a:ext uri="{C183D7F6-B498-43B3-948B-1728B52AA6E4}">
                <adec:decorative xmlns:adec="http://schemas.microsoft.com/office/drawing/2017/decorative" val="1"/>
              </a:ext>
            </a:extLst>
          </p:cNvPr>
          <p:cNvSpPr/>
          <p:nvPr userDrawn="1"/>
        </p:nvSpPr>
        <p:spPr bwMode="hidden">
          <a:xfrm rot="16200000">
            <a:off x="2667000" y="-2666999"/>
            <a:ext cx="6858000" cy="12191998"/>
          </a:xfrm>
          <a:prstGeom prst="rect">
            <a:avLst/>
          </a:prstGeom>
          <a:gradFill flip="none" rotWithShape="1">
            <a:gsLst>
              <a:gs pos="100000">
                <a:srgbClr val="BD03F7"/>
              </a:gs>
              <a:gs pos="50000">
                <a:srgbClr val="3539F4"/>
              </a:gs>
              <a:gs pos="0">
                <a:srgbClr val="0068FF"/>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9293539D-DDCA-F1C1-9683-4F4016B48C52}"/>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8F11EED6-7AC1-B221-1E77-AE9B994D6F73}"/>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A2D13466-657D-8E88-9E9A-77F0C22F2DE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41232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82E3B71E-4CCE-374C-8AE2-9602260E21C5}"/>
              </a:ext>
              <a:ext uri="{C183D7F6-B498-43B3-948B-1728B52AA6E4}">
                <adec:decorative xmlns:adec="http://schemas.microsoft.com/office/drawing/2017/decorative" val="1"/>
              </a:ext>
            </a:extLst>
          </p:cNvPr>
          <p:cNvSpPr/>
          <p:nvPr userDrawn="1"/>
        </p:nvSpPr>
        <p:spPr bwMode="hidden">
          <a:xfrm>
            <a:off x="0" y="0"/>
            <a:ext cx="12191999" cy="6858000"/>
          </a:xfrm>
          <a:prstGeom prst="rect">
            <a:avLst/>
          </a:prstGeom>
          <a:gradFill flip="none" rotWithShape="1">
            <a:gsLst>
              <a:gs pos="100000">
                <a:srgbClr val="E60177"/>
              </a:gs>
              <a:gs pos="50000">
                <a:srgbClr val="E81245"/>
              </a:gs>
              <a:gs pos="0">
                <a:srgbClr val="BD03F7"/>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A0A10BFC-DF80-D63D-31B9-41F5D38FEB60}"/>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8A425E2D-BD44-843E-E518-681350E08A58}"/>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90E04D81-4220-6E3B-3128-4BC3629AAF76}"/>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39120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80F9127D-8201-0B44-A399-484032A4A3AF}"/>
              </a:ext>
              <a:ext uri="{C183D7F6-B498-43B3-948B-1728B52AA6E4}">
                <adec:decorative xmlns:adec="http://schemas.microsoft.com/office/drawing/2017/decorative" val="1"/>
              </a:ext>
            </a:extLst>
          </p:cNvPr>
          <p:cNvSpPr/>
          <p:nvPr userDrawn="1"/>
        </p:nvSpPr>
        <p:spPr bwMode="hidden">
          <a:xfrm rot="16200000">
            <a:off x="2667000" y="-2667001"/>
            <a:ext cx="6858001" cy="12192002"/>
          </a:xfrm>
          <a:prstGeom prst="rect">
            <a:avLst/>
          </a:prstGeom>
          <a:gradFill flip="none" rotWithShape="1">
            <a:gsLst>
              <a:gs pos="100000">
                <a:srgbClr val="01AB01"/>
              </a:gs>
              <a:gs pos="50000">
                <a:srgbClr val="0068FF"/>
              </a:gs>
              <a:gs pos="0">
                <a:srgbClr val="3539F4"/>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9E8050DB-C803-9D48-C7C7-6F91959D5A41}"/>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74A9020C-756E-9D32-DE05-4D74D4EF254E}"/>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F182E34B-61B7-EB75-09E7-99F7FA9009B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818948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rgbClr val="000000"/>
        </a:solidFill>
        <a:effectLst/>
      </p:bgPr>
    </p:bg>
    <p:spTree>
      <p:nvGrpSpPr>
        <p:cNvPr id="1" name=""/>
        <p:cNvGrpSpPr/>
        <p:nvPr/>
      </p:nvGrpSpPr>
      <p:grpSpPr>
        <a:xfrm>
          <a:off x="0" y="0"/>
          <a:ext cx="0" cy="0"/>
          <a:chOff x="0" y="0"/>
          <a:chExt cx="0" cy="0"/>
        </a:xfrm>
      </p:grpSpPr>
      <p:sp>
        <p:nvSpPr>
          <p:cNvPr id="9" name="Gradient">
            <a:extLst>
              <a:ext uri="{FF2B5EF4-FFF2-40B4-BE49-F238E27FC236}">
                <a16:creationId xmlns:a16="http://schemas.microsoft.com/office/drawing/2014/main" id="{EDEDAC72-6F1A-57CE-B787-1C328A486B43}"/>
              </a:ext>
              <a:ext uri="{C183D7F6-B498-43B3-948B-1728B52AA6E4}">
                <adec:decorative xmlns:adec="http://schemas.microsoft.com/office/drawing/2017/decorative" val="1"/>
              </a:ext>
            </a:extLst>
          </p:cNvPr>
          <p:cNvSpPr/>
          <p:nvPr userDrawn="1"/>
        </p:nvSpPr>
        <p:spPr bwMode="hidden">
          <a:xfrm rot="10800000">
            <a:off x="0" y="0"/>
            <a:ext cx="12192000" cy="6858000"/>
          </a:xfrm>
          <a:prstGeom prst="rect">
            <a:avLst/>
          </a:prstGeom>
          <a:gradFill flip="none" rotWithShape="1">
            <a:gsLst>
              <a:gs pos="100000">
                <a:srgbClr val="0068FF"/>
              </a:gs>
              <a:gs pos="50000">
                <a:srgbClr val="000000"/>
              </a:gs>
              <a:gs pos="0">
                <a:srgbClr val="4F5A6C"/>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972DD235-8EA8-7F6E-3B00-179B94A58622}"/>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CC5AA134-3ECA-ED81-3B33-D2DE87E60EAE}"/>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43E8F0AB-2AD6-AFD3-EC9E-603FC1FA0B4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589851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gradFill flip="none" rotWithShape="1">
            <a:gsLst>
              <a:gs pos="100000">
                <a:srgbClr val="BD03F7"/>
              </a:gs>
              <a:gs pos="50000">
                <a:srgbClr val="000000"/>
              </a:gs>
              <a:gs pos="0">
                <a:srgbClr val="4F5A6C"/>
              </a:gs>
            </a:gsLst>
            <a:lin ang="1842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9A7DE1EB-2897-2FBF-8E5D-490AF2392CEB}"/>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AE3966B9-FDA7-541A-B92E-BF673E061E71}"/>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E75855F6-0950-35B0-2AED-6537055D2571}"/>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011334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7">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solidFill>
            <a:srgbClr val="000000"/>
          </a:soli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TextBox 4">
            <a:extLst>
              <a:ext uri="{FF2B5EF4-FFF2-40B4-BE49-F238E27FC236}">
                <a16:creationId xmlns:a16="http://schemas.microsoft.com/office/drawing/2014/main" id="{A4BD67BD-8793-3285-264C-F7DEA3492290}"/>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6" name="TextBox 5">
            <a:extLst>
              <a:ext uri="{FF2B5EF4-FFF2-40B4-BE49-F238E27FC236}">
                <a16:creationId xmlns:a16="http://schemas.microsoft.com/office/drawing/2014/main" id="{ED8116A8-0B7E-9708-250E-FC7D0B8C4EB7}"/>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4" name="Micron" descr="Micron">
            <a:extLst>
              <a:ext uri="{FF2B5EF4-FFF2-40B4-BE49-F238E27FC236}">
                <a16:creationId xmlns:a16="http://schemas.microsoft.com/office/drawing/2014/main" id="{468096BD-13DE-0554-258E-61B5D09AA586}"/>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121336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Arial"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a:t>[Section 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294804645"/>
      </p:ext>
    </p:extLst>
  </p:cSld>
  <p:clrMapOvr>
    <a:masterClrMapping/>
  </p:clrMapOvr>
  <p:extLst>
    <p:ext uri="{DCECCB84-F9BA-43D5-87BE-67443E8EF086}">
      <p15:sldGuideLst xmlns:p15="http://schemas.microsoft.com/office/powerpoint/2012/main">
        <p15:guide id="1" orient="horz" pos="1046">
          <p15:clr>
            <a:srgbClr val="5ACBF0"/>
          </p15:clr>
        </p15:guide>
        <p15:guide id="2" pos="3688">
          <p15:clr>
            <a:srgbClr val="C35EA4"/>
          </p15:clr>
        </p15:guide>
        <p15:guide id="3" pos="3988">
          <p15:clr>
            <a:srgbClr val="C35EA4"/>
          </p15:clr>
        </p15:guide>
        <p15:guide id="4" orient="horz" pos="3274">
          <p15:clr>
            <a:srgbClr val="5ACBF0"/>
          </p15:clr>
        </p15:guide>
        <p15:guide id="5" orient="horz" pos="2528">
          <p15:clr>
            <a:srgbClr val="5ACBF0"/>
          </p15:clr>
        </p15:guide>
        <p15:guide id="6" orient="horz" pos="179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1]</a:t>
            </a:r>
          </a:p>
          <a:p>
            <a:pPr lvl="1"/>
            <a:r>
              <a:rPr lang="en-US"/>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2]</a:t>
            </a:r>
          </a:p>
          <a:p>
            <a:pPr lvl="1"/>
            <a:r>
              <a:rPr lang="en-US"/>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3]</a:t>
            </a:r>
          </a:p>
          <a:p>
            <a:pPr lvl="1"/>
            <a:r>
              <a:rPr lang="en-US"/>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4]</a:t>
            </a:r>
          </a:p>
          <a:p>
            <a:pPr lvl="1"/>
            <a:r>
              <a:rPr lang="en-US"/>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5]</a:t>
            </a:r>
          </a:p>
          <a:p>
            <a:pPr lvl="1"/>
            <a:r>
              <a:rPr lang="en-US"/>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6]</a:t>
            </a:r>
          </a:p>
          <a:p>
            <a:pPr lvl="1"/>
            <a:r>
              <a:rPr lang="en-US"/>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7]</a:t>
            </a:r>
          </a:p>
          <a:p>
            <a:pPr lvl="1"/>
            <a:r>
              <a:rPr lang="en-US"/>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8]</a:t>
            </a:r>
          </a:p>
          <a:p>
            <a:pPr lvl="1"/>
            <a:r>
              <a:rPr lang="en-US"/>
              <a:t>Second level</a:t>
            </a:r>
          </a:p>
        </p:txBody>
      </p:sp>
    </p:spTree>
    <p:extLst>
      <p:ext uri="{BB962C8B-B14F-4D97-AF65-F5344CB8AC3E}">
        <p14:creationId xmlns:p14="http://schemas.microsoft.com/office/powerpoint/2010/main" val="1104446432"/>
      </p:ext>
    </p:extLst>
  </p:cSld>
  <p:clrMapOvr>
    <a:masterClrMapping/>
  </p:clrMapOvr>
  <p:extLst>
    <p:ext uri="{DCECCB84-F9BA-43D5-87BE-67443E8EF086}">
      <p15:sldGuideLst xmlns:p15="http://schemas.microsoft.com/office/powerpoint/2012/main">
        <p15:guide id="2" pos="1844">
          <p15:clr>
            <a:srgbClr val="C35EA4"/>
          </p15:clr>
        </p15:guide>
        <p15:guide id="3" pos="2144">
          <p15:clr>
            <a:srgbClr val="C35EA4"/>
          </p15:clr>
        </p15:guide>
        <p15:guide id="4" pos="3688">
          <p15:clr>
            <a:srgbClr val="C35EA4"/>
          </p15:clr>
        </p15:guide>
        <p15:guide id="5" pos="3988">
          <p15:clr>
            <a:srgbClr val="C35EA4"/>
          </p15:clr>
        </p15:guide>
        <p15:guide id="6" pos="5530">
          <p15:clr>
            <a:srgbClr val="C35EA4"/>
          </p15:clr>
        </p15:guide>
        <p15:guide id="7" pos="5832">
          <p15:clr>
            <a:srgbClr val="C35EA4"/>
          </p15:clr>
        </p15:guide>
        <p15:guide id="8" orient="horz" pos="2528">
          <p15:clr>
            <a:srgbClr val="5ACBF0"/>
          </p15:clr>
        </p15:guide>
        <p15:guide id="9" orient="horz" pos="104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Tree>
    <p:extLst>
      <p:ext uri="{BB962C8B-B14F-4D97-AF65-F5344CB8AC3E}">
        <p14:creationId xmlns:p14="http://schemas.microsoft.com/office/powerpoint/2010/main" val="10020585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5ACBF0"/>
          </p15:clr>
        </p15:guide>
        <p15:guide id="2" orient="horz" pos="234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Tree>
    <p:extLst>
      <p:ext uri="{BB962C8B-B14F-4D97-AF65-F5344CB8AC3E}">
        <p14:creationId xmlns:p14="http://schemas.microsoft.com/office/powerpoint/2010/main" val="4004791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5ACBF0"/>
          </p15:clr>
        </p15:guide>
        <p15:guide id="2" orient="horz" pos="234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Tree>
    <p:extLst>
      <p:ext uri="{BB962C8B-B14F-4D97-AF65-F5344CB8AC3E}">
        <p14:creationId xmlns:p14="http://schemas.microsoft.com/office/powerpoint/2010/main" val="8802460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5ACBF0"/>
          </p15:clr>
        </p15:guide>
        <p15:guide id="2" orient="horz" pos="234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Tree>
    <p:extLst>
      <p:ext uri="{BB962C8B-B14F-4D97-AF65-F5344CB8AC3E}">
        <p14:creationId xmlns:p14="http://schemas.microsoft.com/office/powerpoint/2010/main" val="36462329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5ACBF0"/>
          </p15:clr>
        </p15:guide>
        <p15:guide id="2" orient="horz" pos="234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
        <p:nvSpPr>
          <p:cNvPr id="4" name="TextBox 3">
            <a:extLst>
              <a:ext uri="{FF2B5EF4-FFF2-40B4-BE49-F238E27FC236}">
                <a16:creationId xmlns:a16="http://schemas.microsoft.com/office/drawing/2014/main" id="{2CBBF8C6-E1BD-A688-9282-A1398DDD3000}"/>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
        <p:nvSpPr>
          <p:cNvPr id="5" name="TextBox 4">
            <a:extLst>
              <a:ext uri="{FF2B5EF4-FFF2-40B4-BE49-F238E27FC236}">
                <a16:creationId xmlns:a16="http://schemas.microsoft.com/office/drawing/2014/main" id="{D2C242E8-EF6E-3EC7-85F5-30ECA2668E95}"/>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FFFFFF"/>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38705879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5ACBF0"/>
          </p15:clr>
        </p15:guide>
        <p15:guide id="2" orient="horz" pos="234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a:t>[Optional section header subtitle]</a:t>
            </a:r>
          </a:p>
        </p:txBody>
      </p:sp>
    </p:spTree>
    <p:extLst>
      <p:ext uri="{BB962C8B-B14F-4D97-AF65-F5344CB8AC3E}">
        <p14:creationId xmlns:p14="http://schemas.microsoft.com/office/powerpoint/2010/main" val="29848681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p15:clr>
            <a:srgbClr val="C35EA4"/>
          </p15:clr>
        </p15:guide>
        <p15:guide id="2" orient="horz" pos="2160">
          <p15:clr>
            <a:srgbClr val="5ACBF0"/>
          </p15:clr>
        </p15:guide>
        <p15:guide id="3" orient="horz" pos="234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7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4" name="Text Placeholder 6">
            <a:extLst>
              <a:ext uri="{FF2B5EF4-FFF2-40B4-BE49-F238E27FC236}">
                <a16:creationId xmlns:a16="http://schemas.microsoft.com/office/drawing/2014/main" id="{40A4BDD4-001F-679E-2A99-8625FBC90FC4}"/>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1661552434"/>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3" name="Text Placeholder 6">
            <a:extLst>
              <a:ext uri="{FF2B5EF4-FFF2-40B4-BE49-F238E27FC236}">
                <a16:creationId xmlns:a16="http://schemas.microsoft.com/office/drawing/2014/main" id="{99B32854-A68E-F077-B552-7C965DEB2B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3491539453"/>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6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C9132534-3BEE-266C-985C-908B54010EA0}"/>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78B6A30B-6207-58D4-4C4B-CC7B7861A4AE}"/>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1239666465"/>
      </p:ext>
    </p:extLst>
  </p:cSld>
  <p:clrMapOvr>
    <a:masterClrMapping/>
  </p:clrMapOvr>
  <p:extLst>
    <p:ext uri="{DCECCB84-F9BA-43D5-87BE-67443E8EF086}">
      <p15:sldGuideLst xmlns:p15="http://schemas.microsoft.com/office/powerpoint/2012/main">
        <p15:guide id="4" pos="3688">
          <p15:clr>
            <a:srgbClr val="C35EA4"/>
          </p15:clr>
        </p15:guide>
        <p15:guide id="5" pos="3988">
          <p15:clr>
            <a:srgbClr val="C35EA4"/>
          </p15:clr>
        </p15:guide>
        <p15:guide id="6" orient="horz" pos="1046">
          <p15:clr>
            <a:srgbClr val="5ACBF0"/>
          </p15:clr>
        </p15:guide>
        <p15:guide id="7" orient="horz" pos="1790">
          <p15:clr>
            <a:srgbClr val="5ACBF0"/>
          </p15:clr>
        </p15:guide>
        <p15:guide id="8" orient="horz" pos="2528">
          <p15:clr>
            <a:srgbClr val="5ACBF0"/>
          </p15:clr>
        </p15:guide>
        <p15:guide id="9" orient="horz" pos="327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1DF51287-C3F8-F237-1065-FBF559CF8301}"/>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FA891B9A-77A4-C0FE-6CBB-43BEE641BE69}"/>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714516292"/>
      </p:ext>
    </p:extLst>
  </p:cSld>
  <p:clrMapOvr>
    <a:masterClrMapping/>
  </p:clrMapOvr>
  <p:extLst>
    <p:ext uri="{DCECCB84-F9BA-43D5-87BE-67443E8EF086}">
      <p15:sldGuideLst xmlns:p15="http://schemas.microsoft.com/office/powerpoint/2012/main">
        <p15:guide id="4" pos="2454">
          <p15:clr>
            <a:srgbClr val="C35EA4"/>
          </p15:clr>
        </p15:guide>
        <p15:guide id="5" pos="2762">
          <p15:clr>
            <a:srgbClr val="C35EA4"/>
          </p15:clr>
        </p15:guide>
        <p15:guide id="6" pos="4914">
          <p15:clr>
            <a:srgbClr val="C35EA4"/>
          </p15:clr>
        </p15:guide>
        <p15:guide id="7" pos="522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117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117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117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117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D7675941-FF10-0643-5F05-41E494748DC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52D94F63-990C-6393-14E6-301CFF03440A}"/>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302571086"/>
      </p:ext>
    </p:extLst>
  </p:cSld>
  <p:clrMapOvr>
    <a:masterClrMapping/>
  </p:clrMapOvr>
  <p:extLst>
    <p:ext uri="{DCECCB84-F9BA-43D5-87BE-67443E8EF086}">
      <p15:sldGuideLst xmlns:p15="http://schemas.microsoft.com/office/powerpoint/2012/main">
        <p15:guide id="4" pos="1844">
          <p15:clr>
            <a:srgbClr val="C35EA4"/>
          </p15:clr>
        </p15:guide>
        <p15:guide id="5" pos="2146">
          <p15:clr>
            <a:srgbClr val="C35EA4"/>
          </p15:clr>
        </p15:guide>
        <p15:guide id="6" pos="5530">
          <p15:clr>
            <a:srgbClr val="C35EA4"/>
          </p15:clr>
        </p15:guide>
        <p15:guide id="7" pos="5832">
          <p15:clr>
            <a:srgbClr val="C35EA4"/>
          </p15:clr>
        </p15:guide>
        <p15:guide id="8" pos="3688">
          <p15:clr>
            <a:srgbClr val="C35EA4"/>
          </p15:clr>
        </p15:guide>
        <p15:guide id="9" pos="3988">
          <p15:clr>
            <a:srgbClr val="C35EA4"/>
          </p15:clr>
        </p15:guide>
        <p15:guide id="10" orient="horz" pos="1046">
          <p15:clr>
            <a:srgbClr val="5ACBF0"/>
          </p15:clr>
        </p15:guide>
        <p15:guide id="11" orient="horz" pos="1790">
          <p15:clr>
            <a:srgbClr val="5ACBF0"/>
          </p15:clr>
        </p15:guide>
        <p15:guide id="12" orient="horz" pos="2528">
          <p15:clr>
            <a:srgbClr val="5ACBF0"/>
          </p15:clr>
        </p15:guide>
        <p15:guide id="13" orient="horz" pos="327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30" y="484632"/>
            <a:ext cx="11219688" cy="530352"/>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DDACB4EB-3CD6-3A0B-10D7-9374AD87CC4E}"/>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4" name="Text Placeholder 6">
            <a:extLst>
              <a:ext uri="{FF2B5EF4-FFF2-40B4-BE49-F238E27FC236}">
                <a16:creationId xmlns:a16="http://schemas.microsoft.com/office/drawing/2014/main" id="{E882A992-AF02-522C-45A2-09A2AC5C77CB}"/>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4039695959"/>
      </p:ext>
    </p:extLst>
  </p:cSld>
  <p:clrMapOvr>
    <a:masterClrMapping/>
  </p:clrMapOvr>
  <p:extLst>
    <p:ext uri="{DCECCB84-F9BA-43D5-87BE-67443E8EF086}">
      <p15:sldGuideLst xmlns:p15="http://schemas.microsoft.com/office/powerpoint/2012/main">
        <p15:guide id="4" pos="2454">
          <p15:clr>
            <a:srgbClr val="C35EA4"/>
          </p15:clr>
        </p15:guide>
        <p15:guide id="5" pos="2762">
          <p15:clr>
            <a:srgbClr val="C35EA4"/>
          </p15:clr>
        </p15:guide>
        <p15:guide id="6" orient="horz" pos="1046">
          <p15:clr>
            <a:srgbClr val="5ACBF0"/>
          </p15:clr>
        </p15:guide>
        <p15:guide id="7" orient="horz" pos="1790">
          <p15:clr>
            <a:srgbClr val="5ACBF0"/>
          </p15:clr>
        </p15:guide>
        <p15:guide id="8" orient="horz" pos="2528">
          <p15:clr>
            <a:srgbClr val="5ACBF0"/>
          </p15:clr>
        </p15:guide>
        <p15:guide id="9" orient="horz" pos="327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a:xfrm>
            <a:off x="484630" y="484632"/>
            <a:ext cx="11219688" cy="530352"/>
          </a:xfrm>
        </p:spPr>
        <p:txBody>
          <a:bodyPr/>
          <a:lstStyle/>
          <a:p>
            <a:r>
              <a:rPr lang="en-US"/>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08F12A55-8F08-1D08-19C7-D9314A140B3A}"/>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4" name="Text Placeholder 6">
            <a:extLst>
              <a:ext uri="{FF2B5EF4-FFF2-40B4-BE49-F238E27FC236}">
                <a16:creationId xmlns:a16="http://schemas.microsoft.com/office/drawing/2014/main" id="{D9AF2847-9A46-EE74-F314-C753208820A7}"/>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315131267"/>
      </p:ext>
    </p:extLst>
  </p:cSld>
  <p:clrMapOvr>
    <a:masterClrMapping/>
  </p:clrMapOvr>
  <p:extLst>
    <p:ext uri="{DCECCB84-F9BA-43D5-87BE-67443E8EF086}">
      <p15:sldGuideLst xmlns:p15="http://schemas.microsoft.com/office/powerpoint/2012/main">
        <p15:guide id="6" pos="4914">
          <p15:clr>
            <a:srgbClr val="C35EA4"/>
          </p15:clr>
        </p15:guide>
        <p15:guide id="7" pos="522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267E66F5-ED54-E80E-D25E-5FD3FF414ADE}"/>
              </a:ext>
            </a:extLst>
          </p:cNvPr>
          <p:cNvSpPr>
            <a:spLocks noGrp="1"/>
          </p:cNvSpPr>
          <p:nvPr>
            <p:ph type="body" sz="quarter" idx="16" hasCustomPrompt="1"/>
          </p:nvPr>
        </p:nvSpPr>
        <p:spPr>
          <a:xfrm>
            <a:off x="486537" y="6153150"/>
            <a:ext cx="6828661"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97683080-1A25-6304-7822-3F43293CB3C7}"/>
              </a:ext>
            </a:extLst>
          </p:cNvPr>
          <p:cNvSpPr>
            <a:spLocks noGrp="1"/>
          </p:cNvSpPr>
          <p:nvPr>
            <p:ph type="body" sz="quarter" idx="10" hasCustomPrompt="1"/>
          </p:nvPr>
        </p:nvSpPr>
        <p:spPr>
          <a:xfrm>
            <a:off x="484631" y="1033272"/>
            <a:ext cx="6830569"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784981094"/>
      </p:ext>
    </p:extLst>
  </p:cSld>
  <p:clrMapOvr>
    <a:masterClrMapping/>
  </p:clrMapOvr>
  <p:extLst>
    <p:ext uri="{DCECCB84-F9BA-43D5-87BE-67443E8EF086}">
      <p15:sldGuideLst xmlns:p15="http://schemas.microsoft.com/office/powerpoint/2012/main">
        <p15:guide id="5" pos="4608">
          <p15:clr>
            <a:srgbClr val="C35EA4"/>
          </p15:clr>
        </p15:guide>
        <p15:guide id="7" pos="5222">
          <p15:clr>
            <a:srgbClr val="C35EA4"/>
          </p15:clr>
        </p15:guide>
        <p15:guide id="8" orient="horz" pos="1046">
          <p15:clr>
            <a:srgbClr val="5ACBF0"/>
          </p15:clr>
        </p15:guide>
        <p15:guide id="9" pos="4914">
          <p15:clr>
            <a:srgbClr val="C35EA4"/>
          </p15:clr>
        </p15:guide>
        <p15:guide id="10" orient="horz" pos="1790">
          <p15:clr>
            <a:srgbClr val="5ACBF0"/>
          </p15:clr>
        </p15:guide>
        <p15:guide id="11" orient="horz" pos="2528">
          <p15:clr>
            <a:srgbClr val="5ACBF0"/>
          </p15:clr>
        </p15:guide>
        <p15:guide id="12" orient="horz" pos="3274">
          <p15:clr>
            <a:srgbClr val="5ACBF0"/>
          </p15:clr>
        </p15:guide>
        <p15:guide id="13" orient="horz" pos="2160">
          <p15:clr>
            <a:srgbClr val="5ACBF0"/>
          </p15:clr>
        </p15:guide>
        <p15:guide id="14" orient="horz" pos="1416">
          <p15:clr>
            <a:srgbClr val="5ACBF0"/>
          </p15:clr>
        </p15:guide>
        <p15:guide id="15" orient="horz" pos="2898">
          <p15:clr>
            <a:srgbClr val="5ACBF0"/>
          </p15:clr>
        </p15:guide>
        <p15:guide id="16" orient="horz" pos="364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9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9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8F56BD5C-7D7D-4DF5-89DA-D512A9B0A235}"/>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B016D400-158E-97A2-0045-A8FA6E5E4B05}"/>
              </a:ext>
            </a:extLst>
          </p:cNvPr>
          <p:cNvSpPr>
            <a:spLocks noGrp="1"/>
          </p:cNvSpPr>
          <p:nvPr>
            <p:ph type="body" sz="quarter" idx="10" hasCustomPrompt="1"/>
          </p:nvPr>
        </p:nvSpPr>
        <p:spPr>
          <a:xfrm>
            <a:off x="484631" y="1033272"/>
            <a:ext cx="6830567"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1622623917"/>
      </p:ext>
    </p:extLst>
  </p:cSld>
  <p:clrMapOvr>
    <a:masterClrMapping/>
  </p:clrMapOvr>
  <p:extLst>
    <p:ext uri="{DCECCB84-F9BA-43D5-87BE-67443E8EF086}">
      <p15:sldGuideLst xmlns:p15="http://schemas.microsoft.com/office/powerpoint/2012/main">
        <p15:guide id="5" pos="4608">
          <p15:clr>
            <a:srgbClr val="C35EA4"/>
          </p15:clr>
        </p15:guide>
        <p15:guide id="7" pos="5222">
          <p15:clr>
            <a:srgbClr val="C35EA4"/>
          </p15:clr>
        </p15:guide>
        <p15:guide id="8" orient="horz" pos="1046">
          <p15:clr>
            <a:srgbClr val="5ACBF0"/>
          </p15:clr>
        </p15:guide>
        <p15:guide id="9" pos="4914">
          <p15:clr>
            <a:srgbClr val="C35EA4"/>
          </p15:clr>
        </p15:guide>
        <p15:guide id="10" orient="horz" pos="1790">
          <p15:clr>
            <a:srgbClr val="5ACBF0"/>
          </p15:clr>
        </p15:guide>
        <p15:guide id="11" orient="horz" pos="2528">
          <p15:clr>
            <a:srgbClr val="5ACBF0"/>
          </p15:clr>
        </p15:guide>
        <p15:guide id="12" orient="horz" pos="3274">
          <p15:clr>
            <a:srgbClr val="5ACBF0"/>
          </p15:clr>
        </p15:guide>
        <p15:guide id="13" orient="horz" pos="2160">
          <p15:clr>
            <a:srgbClr val="5ACBF0"/>
          </p15:clr>
        </p15:guide>
        <p15:guide id="14" orient="horz" pos="1416">
          <p15:clr>
            <a:srgbClr val="5ACBF0"/>
          </p15:clr>
        </p15:guide>
        <p15:guide id="15" orient="horz" pos="2898">
          <p15:clr>
            <a:srgbClr val="5ACBF0"/>
          </p15:clr>
        </p15:guide>
        <p15:guide id="16" orient="horz" pos="36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2919275E-1834-338E-3039-79E9E6DCC280}"/>
              </a:ext>
            </a:extLst>
          </p:cNvPr>
          <p:cNvSpPr>
            <a:spLocks noGrp="1"/>
          </p:cNvSpPr>
          <p:nvPr>
            <p:ph type="body" sz="quarter" idx="11" hasCustomPrompt="1"/>
          </p:nvPr>
        </p:nvSpPr>
        <p:spPr>
          <a:xfrm>
            <a:off x="486537" y="6153150"/>
            <a:ext cx="34091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2299805825"/>
      </p:ext>
    </p:extLst>
  </p:cSld>
  <p:clrMapOvr>
    <a:masterClrMapping/>
  </p:clrMapOvr>
  <p:extLst>
    <p:ext uri="{DCECCB84-F9BA-43D5-87BE-67443E8EF086}">
      <p15:sldGuideLst xmlns:p15="http://schemas.microsoft.com/office/powerpoint/2012/main">
        <p15:guide id="4" pos="2454">
          <p15:clr>
            <a:srgbClr val="C35EA4"/>
          </p15:clr>
        </p15:guide>
        <p15:guide id="5" pos="3068">
          <p15:clr>
            <a:srgbClr val="C35EA4"/>
          </p15:clr>
        </p15:guide>
        <p15:guide id="6" orient="horz" pos="1046">
          <p15:clr>
            <a:srgbClr val="5ACBF0"/>
          </p15:clr>
        </p15:guide>
        <p15:guide id="7" pos="2766">
          <p15:clr>
            <a:srgbClr val="C35EA4"/>
          </p15:clr>
        </p15:guide>
        <p15:guide id="8" orient="horz" pos="1790">
          <p15:clr>
            <a:srgbClr val="5ACBF0"/>
          </p15:clr>
        </p15:guide>
        <p15:guide id="9" orient="horz" pos="2528">
          <p15:clr>
            <a:srgbClr val="5ACBF0"/>
          </p15:clr>
        </p15:guide>
        <p15:guide id="10" orient="horz" pos="3274">
          <p15:clr>
            <a:srgbClr val="5ACBF0"/>
          </p15:clr>
        </p15:guide>
        <p15:guide id="11" orient="horz" pos="2160">
          <p15:clr>
            <a:srgbClr val="5ACBF0"/>
          </p15:clr>
        </p15:guide>
        <p15:guide id="12" orient="horz" pos="1416">
          <p15:clr>
            <a:srgbClr val="5ACBF0"/>
          </p15:clr>
        </p15:guide>
        <p15:guide id="13" orient="horz" pos="2898">
          <p15:clr>
            <a:srgbClr val="5ACBF0"/>
          </p15:clr>
        </p15:guide>
        <p15:guide id="14" orient="horz" pos="3640">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39E6D2CD-9F4B-C870-A9C8-F046BE72E55F}"/>
              </a:ext>
            </a:extLst>
          </p:cNvPr>
          <p:cNvSpPr>
            <a:spLocks noGrp="1"/>
          </p:cNvSpPr>
          <p:nvPr>
            <p:ph type="body" sz="quarter" idx="11" hasCustomPrompt="1"/>
          </p:nvPr>
        </p:nvSpPr>
        <p:spPr>
          <a:xfrm>
            <a:off x="486537" y="6153150"/>
            <a:ext cx="34091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1553131029"/>
      </p:ext>
    </p:extLst>
  </p:cSld>
  <p:clrMapOvr>
    <a:masterClrMapping/>
  </p:clrMapOvr>
  <p:extLst>
    <p:ext uri="{DCECCB84-F9BA-43D5-87BE-67443E8EF086}">
      <p15:sldGuideLst xmlns:p15="http://schemas.microsoft.com/office/powerpoint/2012/main">
        <p15:guide id="4" pos="2454">
          <p15:clr>
            <a:srgbClr val="C35EA4"/>
          </p15:clr>
        </p15:guide>
        <p15:guide id="5" pos="3068">
          <p15:clr>
            <a:srgbClr val="C35EA4"/>
          </p15:clr>
        </p15:guide>
        <p15:guide id="6" orient="horz" pos="1046">
          <p15:clr>
            <a:srgbClr val="5ACBF0"/>
          </p15:clr>
        </p15:guide>
        <p15:guide id="7" pos="2766">
          <p15:clr>
            <a:srgbClr val="C35EA4"/>
          </p15:clr>
        </p15:guide>
        <p15:guide id="8" orient="horz" pos="1790">
          <p15:clr>
            <a:srgbClr val="5ACBF0"/>
          </p15:clr>
        </p15:guide>
        <p15:guide id="9" orient="horz" pos="2528">
          <p15:clr>
            <a:srgbClr val="5ACBF0"/>
          </p15:clr>
        </p15:guide>
        <p15:guide id="10" orient="horz" pos="3274">
          <p15:clr>
            <a:srgbClr val="5ACBF0"/>
          </p15:clr>
        </p15:guide>
        <p15:guide id="11" orient="horz" pos="2160">
          <p15:clr>
            <a:srgbClr val="5ACBF0"/>
          </p15:clr>
        </p15:guide>
        <p15:guide id="12" orient="horz" pos="1416">
          <p15:clr>
            <a:srgbClr val="5ACBF0"/>
          </p15:clr>
        </p15:guide>
        <p15:guide id="13" orient="horz" pos="2898">
          <p15:clr>
            <a:srgbClr val="5ACBF0"/>
          </p15:clr>
        </p15:guide>
        <p15:guide id="14" orient="horz" pos="36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679514B6-1CCF-7183-BD04-222687C95EA6}"/>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7" name="Text Placeholder 6">
            <a:extLst>
              <a:ext uri="{FF2B5EF4-FFF2-40B4-BE49-F238E27FC236}">
                <a16:creationId xmlns:a16="http://schemas.microsoft.com/office/drawing/2014/main" id="{8B0B68CB-8E85-DC2E-F6CF-02B95BC1E515}"/>
              </a:ext>
            </a:extLst>
          </p:cNvPr>
          <p:cNvSpPr>
            <a:spLocks noGrp="1"/>
          </p:cNvSpPr>
          <p:nvPr>
            <p:ph type="body" sz="quarter" idx="14"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938460186"/>
      </p:ext>
    </p:extLst>
  </p:cSld>
  <p:clrMapOvr>
    <a:masterClrMapping/>
  </p:clrMapOvr>
  <p:extLst>
    <p:ext uri="{DCECCB84-F9BA-43D5-87BE-67443E8EF086}">
      <p15:sldGuideLst xmlns:p15="http://schemas.microsoft.com/office/powerpoint/2012/main">
        <p15:guide id="5" pos="4914">
          <p15:clr>
            <a:srgbClr val="C35EA4"/>
          </p15:clr>
        </p15:guide>
        <p15:guide id="7" pos="5222">
          <p15:clr>
            <a:srgbClr val="C35EA4"/>
          </p15:clr>
        </p15:guide>
        <p15:guide id="8" orient="horz" pos="1046">
          <p15:clr>
            <a:srgbClr val="5ACBF0"/>
          </p15:clr>
        </p15:guide>
        <p15:guide id="9" pos="2762">
          <p15:clr>
            <a:srgbClr val="C35EA4"/>
          </p15:clr>
        </p15:guide>
        <p15:guide id="10" pos="2454">
          <p15:clr>
            <a:srgbClr val="C35EA4"/>
          </p15:clr>
        </p15:guide>
        <p15:guide id="11" orient="horz" pos="2342">
          <p15:clr>
            <a:srgbClr val="5ACBF0"/>
          </p15:clr>
        </p15:guide>
        <p15:guide id="12" orient="horz" pos="1976">
          <p15:clr>
            <a:srgbClr val="5ACBF0"/>
          </p15:clr>
        </p15:guide>
        <p15:guide id="13" orient="horz" pos="216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1176"/>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Arial"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 Placeholder 6">
            <a:extLst>
              <a:ext uri="{FF2B5EF4-FFF2-40B4-BE49-F238E27FC236}">
                <a16:creationId xmlns:a16="http://schemas.microsoft.com/office/drawing/2014/main" id="{79FE20A8-3BF1-444D-0C9A-E25EBB034C01}"/>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53742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pos="5530">
          <p15:clr>
            <a:srgbClr val="C35EA4"/>
          </p15:clr>
        </p15:guide>
        <p15:guide id="3" orient="horz" pos="1790">
          <p15:clr>
            <a:srgbClr val="5ACBF0"/>
          </p15:clr>
        </p15:guide>
        <p15:guide id="4" orient="horz" pos="2528">
          <p15:clr>
            <a:srgbClr val="5ACBF0"/>
          </p15:clr>
        </p15:guide>
        <p15:guide id="5" orient="horz" pos="327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BBCA70CC-31D1-8C2A-A3D8-13F3E825B616}"/>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6" name="Text Placeholder 6">
            <a:extLst>
              <a:ext uri="{FF2B5EF4-FFF2-40B4-BE49-F238E27FC236}">
                <a16:creationId xmlns:a16="http://schemas.microsoft.com/office/drawing/2014/main" id="{B81BA6B5-5825-DB53-5D31-FCE083AED914}"/>
              </a:ext>
            </a:extLst>
          </p:cNvPr>
          <p:cNvSpPr>
            <a:spLocks noGrp="1"/>
          </p:cNvSpPr>
          <p:nvPr>
            <p:ph type="body" sz="quarter" idx="13" hasCustomPrompt="1"/>
          </p:nvPr>
        </p:nvSpPr>
        <p:spPr>
          <a:xfrm>
            <a:off x="486537" y="6153150"/>
            <a:ext cx="7314438" cy="219075"/>
          </a:xfrm>
        </p:spPr>
        <p:txBody>
          <a:bodyPr/>
          <a:lstStyle>
            <a:lvl1pPr marL="0" indent="0">
              <a:buFontTx/>
              <a:buNone/>
              <a:defRPr sz="800"/>
            </a:lvl1pPr>
          </a:lstStyle>
          <a:p>
            <a:pPr lvl="0"/>
            <a:r>
              <a:rPr lang="en-US"/>
              <a:t>Footnote</a:t>
            </a:r>
          </a:p>
        </p:txBody>
      </p:sp>
      <p:sp>
        <p:nvSpPr>
          <p:cNvPr id="7" name="Text Placeholder 6">
            <a:extLst>
              <a:ext uri="{FF2B5EF4-FFF2-40B4-BE49-F238E27FC236}">
                <a16:creationId xmlns:a16="http://schemas.microsoft.com/office/drawing/2014/main" id="{29431082-67D3-579C-E5FC-A30993AE6B80}"/>
              </a:ext>
            </a:extLst>
          </p:cNvPr>
          <p:cNvSpPr>
            <a:spLocks noGrp="1"/>
          </p:cNvSpPr>
          <p:nvPr>
            <p:ph type="body" sz="quarter" idx="10" hasCustomPrompt="1"/>
          </p:nvPr>
        </p:nvSpPr>
        <p:spPr>
          <a:xfrm>
            <a:off x="484631" y="1033272"/>
            <a:ext cx="7316344" cy="347663"/>
          </a:xfrm>
        </p:spPr>
        <p:txBody>
          <a:bodyPr/>
          <a:lstStyle>
            <a:lvl1pPr marL="0" indent="0">
              <a:buFontTx/>
              <a:buNone/>
              <a:defRPr sz="1800"/>
            </a:lvl1pPr>
          </a:lstStyle>
          <a:p>
            <a:pPr lvl="0"/>
            <a:r>
              <a:rPr lang="en-US"/>
              <a:t>[Slide subtitle]</a:t>
            </a:r>
          </a:p>
        </p:txBody>
      </p:sp>
      <p:sp>
        <p:nvSpPr>
          <p:cNvPr id="8" name="Slide Number Placeholder 4">
            <a:extLst>
              <a:ext uri="{FF2B5EF4-FFF2-40B4-BE49-F238E27FC236}">
                <a16:creationId xmlns:a16="http://schemas.microsoft.com/office/drawing/2014/main" id="{2A505E44-FFD2-2931-BD02-7E49AF84B45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987602786"/>
      </p:ext>
    </p:extLst>
  </p:cSld>
  <p:clrMapOvr>
    <a:masterClrMapping/>
  </p:clrMapOvr>
  <p:extLst>
    <p:ext uri="{DCECCB84-F9BA-43D5-87BE-67443E8EF086}">
      <p15:sldGuideLst xmlns:p15="http://schemas.microsoft.com/office/powerpoint/2012/main">
        <p15:guide id="5" pos="4914">
          <p15:clr>
            <a:srgbClr val="C35EA4"/>
          </p15:clr>
        </p15:guide>
        <p15:guide id="7" pos="5220">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BF55C9EE-32D5-032F-B0BB-499A83222043}"/>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1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5" name="Text Placeholder 6">
            <a:extLst>
              <a:ext uri="{FF2B5EF4-FFF2-40B4-BE49-F238E27FC236}">
                <a16:creationId xmlns:a16="http://schemas.microsoft.com/office/drawing/2014/main" id="{4CC42877-6EA5-F9D3-78E0-4851CBA5E994}"/>
              </a:ext>
            </a:extLst>
          </p:cNvPr>
          <p:cNvSpPr>
            <a:spLocks noGrp="1"/>
          </p:cNvSpPr>
          <p:nvPr>
            <p:ph type="body" sz="quarter" idx="13" hasCustomPrompt="1"/>
          </p:nvPr>
        </p:nvSpPr>
        <p:spPr>
          <a:xfrm>
            <a:off x="486537" y="6153150"/>
            <a:ext cx="7314438" cy="219075"/>
          </a:xfrm>
        </p:spPr>
        <p:txBody>
          <a:bodyPr/>
          <a:lstStyle>
            <a:lvl1pPr marL="0" indent="0">
              <a:buFontTx/>
              <a:buNone/>
              <a:defRPr sz="800"/>
            </a:lvl1pPr>
          </a:lstStyle>
          <a:p>
            <a:pPr lvl="0"/>
            <a:r>
              <a:rPr lang="en-US"/>
              <a:t>Footnote</a:t>
            </a:r>
          </a:p>
        </p:txBody>
      </p:sp>
      <p:sp>
        <p:nvSpPr>
          <p:cNvPr id="7" name="Text Placeholder 6">
            <a:extLst>
              <a:ext uri="{FF2B5EF4-FFF2-40B4-BE49-F238E27FC236}">
                <a16:creationId xmlns:a16="http://schemas.microsoft.com/office/drawing/2014/main" id="{39FB512D-15CC-46DE-A985-53A0266310A7}"/>
              </a:ext>
            </a:extLst>
          </p:cNvPr>
          <p:cNvSpPr>
            <a:spLocks noGrp="1"/>
          </p:cNvSpPr>
          <p:nvPr>
            <p:ph type="body" sz="quarter" idx="10" hasCustomPrompt="1"/>
          </p:nvPr>
        </p:nvSpPr>
        <p:spPr>
          <a:xfrm>
            <a:off x="484631" y="1033272"/>
            <a:ext cx="7316344" cy="347663"/>
          </a:xfrm>
        </p:spPr>
        <p:txBody>
          <a:bodyPr/>
          <a:lstStyle>
            <a:lvl1pPr marL="0" indent="0">
              <a:buFontTx/>
              <a:buNone/>
              <a:defRPr sz="1800"/>
            </a:lvl1pPr>
          </a:lstStyle>
          <a:p>
            <a:pPr lvl="0"/>
            <a:r>
              <a:rPr lang="en-US"/>
              <a:t>[Slide subtitle]</a:t>
            </a:r>
          </a:p>
        </p:txBody>
      </p:sp>
      <p:sp>
        <p:nvSpPr>
          <p:cNvPr id="8" name="Slide Number Placeholder 4">
            <a:extLst>
              <a:ext uri="{FF2B5EF4-FFF2-40B4-BE49-F238E27FC236}">
                <a16:creationId xmlns:a16="http://schemas.microsoft.com/office/drawing/2014/main" id="{4991362D-8C98-16CE-3F00-F01E1C9CD40F}"/>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88594464"/>
      </p:ext>
    </p:extLst>
  </p:cSld>
  <p:clrMapOvr>
    <a:masterClrMapping/>
  </p:clrMapOvr>
  <p:extLst>
    <p:ext uri="{DCECCB84-F9BA-43D5-87BE-67443E8EF086}">
      <p15:sldGuideLst xmlns:p15="http://schemas.microsoft.com/office/powerpoint/2012/main">
        <p15:guide id="5" pos="4914">
          <p15:clr>
            <a:srgbClr val="C35EA4"/>
          </p15:clr>
        </p15:guide>
        <p15:guide id="7" pos="5220">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598B43F-80E6-D720-6B30-6349B64F168F}"/>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5367528" cy="4708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5" name="Slide Number Placeholder 4">
            <a:extLst>
              <a:ext uri="{FF2B5EF4-FFF2-40B4-BE49-F238E27FC236}">
                <a16:creationId xmlns:a16="http://schemas.microsoft.com/office/drawing/2014/main" id="{044E2A19-2E89-0FA4-B370-7DE1A937192E}"/>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110807798"/>
      </p:ext>
    </p:extLst>
  </p:cSld>
  <p:clrMapOvr>
    <a:masterClrMapping/>
  </p:clrMapOvr>
  <p:extLst>
    <p:ext uri="{DCECCB84-F9BA-43D5-87BE-67443E8EF086}">
      <p15:sldGuideLst xmlns:p15="http://schemas.microsoft.com/office/powerpoint/2012/main">
        <p15:guide id="5" pos="3688">
          <p15:clr>
            <a:srgbClr val="C35EA4"/>
          </p15:clr>
        </p15:guide>
        <p15:guide id="7" pos="3988">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69454536-1838-6298-46C0-0A9FF84E615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5367528" cy="4708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5" name="Slide Number Placeholder 4">
            <a:extLst>
              <a:ext uri="{FF2B5EF4-FFF2-40B4-BE49-F238E27FC236}">
                <a16:creationId xmlns:a16="http://schemas.microsoft.com/office/drawing/2014/main" id="{19D94DF4-12F3-509D-2E51-38BDB3290049}"/>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083064817"/>
      </p:ext>
    </p:extLst>
  </p:cSld>
  <p:clrMapOvr>
    <a:masterClrMapping/>
  </p:clrMapOvr>
  <p:extLst>
    <p:ext uri="{DCECCB84-F9BA-43D5-87BE-67443E8EF086}">
      <p15:sldGuideLst xmlns:p15="http://schemas.microsoft.com/office/powerpoint/2012/main">
        <p15:guide id="5" pos="3688">
          <p15:clr>
            <a:srgbClr val="C35EA4"/>
          </p15:clr>
        </p15:guide>
        <p15:guide id="7" pos="3988">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B76C53BB-C23E-D721-54B5-45F86F1769A0}"/>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5" name="Slide Number Placeholder 4">
            <a:extLst>
              <a:ext uri="{FF2B5EF4-FFF2-40B4-BE49-F238E27FC236}">
                <a16:creationId xmlns:a16="http://schemas.microsoft.com/office/drawing/2014/main" id="{AF8BDD5E-1C43-C3A0-AEBA-B2ECCF61759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51976032"/>
      </p:ext>
    </p:extLst>
  </p:cSld>
  <p:clrMapOvr>
    <a:masterClrMapping/>
  </p:clrMapOvr>
  <p:extLst>
    <p:ext uri="{DCECCB84-F9BA-43D5-87BE-67443E8EF086}">
      <p15:sldGuideLst xmlns:p15="http://schemas.microsoft.com/office/powerpoint/2012/main">
        <p15:guide id="5" pos="2454">
          <p15:clr>
            <a:srgbClr val="C35EA4"/>
          </p15:clr>
        </p15:guide>
        <p15:guide id="7" pos="2764">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C88ED5C-914A-DAEB-46A6-61BA1EB1EDE9}"/>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5" name="Slide Number Placeholder 4">
            <a:extLst>
              <a:ext uri="{FF2B5EF4-FFF2-40B4-BE49-F238E27FC236}">
                <a16:creationId xmlns:a16="http://schemas.microsoft.com/office/drawing/2014/main" id="{2D09F1C2-11D9-D23B-8C89-E99442BB642B}"/>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760494553"/>
      </p:ext>
    </p:extLst>
  </p:cSld>
  <p:clrMapOvr>
    <a:masterClrMapping/>
  </p:clrMapOvr>
  <p:extLst>
    <p:ext uri="{DCECCB84-F9BA-43D5-87BE-67443E8EF086}">
      <p15:sldGuideLst xmlns:p15="http://schemas.microsoft.com/office/powerpoint/2012/main">
        <p15:guide id="5" pos="2454">
          <p15:clr>
            <a:srgbClr val="C35EA4"/>
          </p15:clr>
        </p15:guide>
        <p15:guide id="7" pos="2764">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Photo 4">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389534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5" name="Title 1">
            <a:extLst>
              <a:ext uri="{FF2B5EF4-FFF2-40B4-BE49-F238E27FC236}">
                <a16:creationId xmlns:a16="http://schemas.microsoft.com/office/drawing/2014/main" id="{6920E8FA-739F-3048-8E16-732D6D9A3BD6}"/>
              </a:ext>
            </a:extLst>
          </p:cNvPr>
          <p:cNvSpPr>
            <a:spLocks noGrp="1"/>
          </p:cNvSpPr>
          <p:nvPr>
            <p:ph type="title" hasCustomPrompt="1"/>
          </p:nvPr>
        </p:nvSpPr>
        <p:spPr>
          <a:xfrm>
            <a:off x="4389116" y="484632"/>
            <a:ext cx="731520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389116" y="1664208"/>
            <a:ext cx="7315200"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martArt Placeholder 16">
            <a:extLst>
              <a:ext uri="{FF2B5EF4-FFF2-40B4-BE49-F238E27FC236}">
                <a16:creationId xmlns:a16="http://schemas.microsoft.com/office/drawing/2014/main" id="{3E12F02A-EF0A-662B-4A34-06C25B75BC63}"/>
              </a:ext>
            </a:extLst>
          </p:cNvPr>
          <p:cNvSpPr>
            <a:spLocks noGrp="1"/>
          </p:cNvSpPr>
          <p:nvPr>
            <p:ph type="dgm" sz="quarter" idx="12" hasCustomPrompt="1"/>
          </p:nvPr>
        </p:nvSpPr>
        <p:spPr>
          <a:xfrm>
            <a:off x="0" y="45720"/>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4" name="SmartArt Placeholder 16">
            <a:extLst>
              <a:ext uri="{FF2B5EF4-FFF2-40B4-BE49-F238E27FC236}">
                <a16:creationId xmlns:a16="http://schemas.microsoft.com/office/drawing/2014/main" id="{3AFBC34C-725B-09DD-ED81-CBE22D5885F8}"/>
              </a:ext>
            </a:extLst>
          </p:cNvPr>
          <p:cNvSpPr>
            <a:spLocks noGrp="1"/>
          </p:cNvSpPr>
          <p:nvPr>
            <p:ph type="dgm" sz="quarter" idx="13" hasCustomPrompt="1"/>
          </p:nvPr>
        </p:nvSpPr>
        <p:spPr>
          <a:xfrm>
            <a:off x="0" y="6673844"/>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341489319"/>
      </p:ext>
    </p:extLst>
  </p:cSld>
  <p:clrMapOvr>
    <a:masterClrMapping/>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Photo 4 - White Confidential">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389534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5" name="Title 1">
            <a:extLst>
              <a:ext uri="{FF2B5EF4-FFF2-40B4-BE49-F238E27FC236}">
                <a16:creationId xmlns:a16="http://schemas.microsoft.com/office/drawing/2014/main" id="{6920E8FA-739F-3048-8E16-732D6D9A3BD6}"/>
              </a:ext>
            </a:extLst>
          </p:cNvPr>
          <p:cNvSpPr>
            <a:spLocks noGrp="1"/>
          </p:cNvSpPr>
          <p:nvPr>
            <p:ph type="title" hasCustomPrompt="1"/>
          </p:nvPr>
        </p:nvSpPr>
        <p:spPr>
          <a:xfrm>
            <a:off x="4389116" y="484632"/>
            <a:ext cx="731520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389116" y="1664208"/>
            <a:ext cx="7315200"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martArt Placeholder 19">
            <a:extLst>
              <a:ext uri="{FF2B5EF4-FFF2-40B4-BE49-F238E27FC236}">
                <a16:creationId xmlns:a16="http://schemas.microsoft.com/office/drawing/2014/main" id="{98C4B44D-6AF0-CE5F-781C-9280AA40419C}"/>
              </a:ext>
            </a:extLst>
          </p:cNvPr>
          <p:cNvSpPr>
            <a:spLocks noGrp="1"/>
          </p:cNvSpPr>
          <p:nvPr>
            <p:ph type="dgm" sz="quarter" idx="14" hasCustomPrompt="1"/>
          </p:nvPr>
        </p:nvSpPr>
        <p:spPr>
          <a:xfrm>
            <a:off x="0" y="457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9" name="SmartArt Placeholder 19">
            <a:extLst>
              <a:ext uri="{FF2B5EF4-FFF2-40B4-BE49-F238E27FC236}">
                <a16:creationId xmlns:a16="http://schemas.microsoft.com/office/drawing/2014/main" id="{3964EF07-1974-D6EC-A486-BB0013C05AB0}"/>
              </a:ext>
            </a:extLst>
          </p:cNvPr>
          <p:cNvSpPr>
            <a:spLocks noGrp="1"/>
          </p:cNvSpPr>
          <p:nvPr>
            <p:ph type="dgm" sz="quarter" idx="15" hasCustomPrompt="1"/>
          </p:nvPr>
        </p:nvSpPr>
        <p:spPr>
          <a:xfrm>
            <a:off x="0" y="66751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65017841"/>
      </p:ext>
    </p:extLst>
  </p:cSld>
  <p:clrMapOvr>
    <a:masterClrMapping/>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5A3DA9-B779-1B46-BEFC-253387C0A950}"/>
              </a:ext>
            </a:extLst>
          </p:cNvPr>
          <p:cNvSpPr>
            <a:spLocks noGrp="1"/>
          </p:cNvSpPr>
          <p:nvPr>
            <p:ph type="title" hasCustomPrompt="1"/>
          </p:nvPr>
        </p:nvSpPr>
        <p:spPr>
          <a:xfrm>
            <a:off x="6336788" y="484632"/>
            <a:ext cx="5367529"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6336788"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5852158"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2" name="SmartArt Placeholder 16">
            <a:extLst>
              <a:ext uri="{FF2B5EF4-FFF2-40B4-BE49-F238E27FC236}">
                <a16:creationId xmlns:a16="http://schemas.microsoft.com/office/drawing/2014/main" id="{E86BE144-833A-5E7F-66B2-57513F707D7A}"/>
              </a:ext>
            </a:extLst>
          </p:cNvPr>
          <p:cNvSpPr>
            <a:spLocks noGrp="1"/>
          </p:cNvSpPr>
          <p:nvPr>
            <p:ph type="dgm" sz="quarter" idx="12" hasCustomPrompt="1"/>
          </p:nvPr>
        </p:nvSpPr>
        <p:spPr>
          <a:xfrm>
            <a:off x="0" y="45720"/>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SmartArt Placeholder 16">
            <a:extLst>
              <a:ext uri="{FF2B5EF4-FFF2-40B4-BE49-F238E27FC236}">
                <a16:creationId xmlns:a16="http://schemas.microsoft.com/office/drawing/2014/main" id="{6A43599D-EEE7-BC57-EECF-D9155AF72276}"/>
              </a:ext>
            </a:extLst>
          </p:cNvPr>
          <p:cNvSpPr>
            <a:spLocks noGrp="1"/>
          </p:cNvSpPr>
          <p:nvPr>
            <p:ph type="dgm" sz="quarter" idx="13" hasCustomPrompt="1"/>
          </p:nvPr>
        </p:nvSpPr>
        <p:spPr>
          <a:xfrm>
            <a:off x="0" y="6673844"/>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557476703"/>
      </p:ext>
    </p:extLst>
  </p:cSld>
  <p:clrMapOvr>
    <a:masterClrMapping/>
  </p:clrMapOvr>
  <p:extLst>
    <p:ext uri="{DCECCB84-F9BA-43D5-87BE-67443E8EF086}">
      <p15:sldGuideLst xmlns:p15="http://schemas.microsoft.com/office/powerpoint/2012/main">
        <p15:guide id="7" pos="3988">
          <p15:clr>
            <a:srgbClr val="C35EA4"/>
          </p15:clr>
        </p15:guide>
        <p15:guide id="8" orient="horz" pos="1046">
          <p15:clr>
            <a:srgbClr val="5ACBF0"/>
          </p15:clr>
        </p15:guide>
        <p15:guide id="9" pos="369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Photo 5 - White Confidential">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5A3DA9-B779-1B46-BEFC-253387C0A950}"/>
              </a:ext>
            </a:extLst>
          </p:cNvPr>
          <p:cNvSpPr>
            <a:spLocks noGrp="1"/>
          </p:cNvSpPr>
          <p:nvPr>
            <p:ph type="title" hasCustomPrompt="1"/>
          </p:nvPr>
        </p:nvSpPr>
        <p:spPr>
          <a:xfrm>
            <a:off x="6336788" y="484632"/>
            <a:ext cx="5367529"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6336788"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5852158"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6" name="SmartArt Placeholder 19">
            <a:extLst>
              <a:ext uri="{FF2B5EF4-FFF2-40B4-BE49-F238E27FC236}">
                <a16:creationId xmlns:a16="http://schemas.microsoft.com/office/drawing/2014/main" id="{8A8BD9B1-CE24-7A70-328E-EC0CBB9A1EDF}"/>
              </a:ext>
            </a:extLst>
          </p:cNvPr>
          <p:cNvSpPr>
            <a:spLocks noGrp="1"/>
          </p:cNvSpPr>
          <p:nvPr>
            <p:ph type="dgm" sz="quarter" idx="14" hasCustomPrompt="1"/>
          </p:nvPr>
        </p:nvSpPr>
        <p:spPr>
          <a:xfrm>
            <a:off x="0" y="457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martArt Placeholder 19">
            <a:extLst>
              <a:ext uri="{FF2B5EF4-FFF2-40B4-BE49-F238E27FC236}">
                <a16:creationId xmlns:a16="http://schemas.microsoft.com/office/drawing/2014/main" id="{E2197F9B-D618-6090-C90E-93BD4962B827}"/>
              </a:ext>
            </a:extLst>
          </p:cNvPr>
          <p:cNvSpPr>
            <a:spLocks noGrp="1"/>
          </p:cNvSpPr>
          <p:nvPr>
            <p:ph type="dgm" sz="quarter" idx="15" hasCustomPrompt="1"/>
          </p:nvPr>
        </p:nvSpPr>
        <p:spPr>
          <a:xfrm>
            <a:off x="0" y="66751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259166712"/>
      </p:ext>
    </p:extLst>
  </p:cSld>
  <p:clrMapOvr>
    <a:masterClrMapping/>
  </p:clrMapOvr>
  <p:extLst>
    <p:ext uri="{DCECCB84-F9BA-43D5-87BE-67443E8EF086}">
      <p15:sldGuideLst xmlns:p15="http://schemas.microsoft.com/office/powerpoint/2012/main">
        <p15:guide id="7" pos="3988">
          <p15:clr>
            <a:srgbClr val="C35EA4"/>
          </p15:clr>
        </p15:guide>
        <p15:guide id="8" orient="horz" pos="1046">
          <p15:clr>
            <a:srgbClr val="5ACBF0"/>
          </p15:clr>
        </p15:guide>
        <p15:guide id="9" pos="369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Photo 6">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5A2621-671F-9742-A885-530EC501EF30}"/>
              </a:ext>
            </a:extLst>
          </p:cNvPr>
          <p:cNvSpPr>
            <a:spLocks noGrp="1"/>
          </p:cNvSpPr>
          <p:nvPr>
            <p:ph type="title" hasCustomPrompt="1"/>
          </p:nvPr>
        </p:nvSpPr>
        <p:spPr>
          <a:xfrm>
            <a:off x="8293606" y="484632"/>
            <a:ext cx="341071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8293606"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1" y="0"/>
            <a:ext cx="779983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2" name="SmartArt Placeholder 16">
            <a:extLst>
              <a:ext uri="{FF2B5EF4-FFF2-40B4-BE49-F238E27FC236}">
                <a16:creationId xmlns:a16="http://schemas.microsoft.com/office/drawing/2014/main" id="{F8E4124D-CCA0-5B97-541E-6DB13B27E1C4}"/>
              </a:ext>
            </a:extLst>
          </p:cNvPr>
          <p:cNvSpPr>
            <a:spLocks noGrp="1"/>
          </p:cNvSpPr>
          <p:nvPr>
            <p:ph type="dgm" sz="quarter" idx="12" hasCustomPrompt="1"/>
          </p:nvPr>
        </p:nvSpPr>
        <p:spPr>
          <a:xfrm>
            <a:off x="0" y="45720"/>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SmartArt Placeholder 16">
            <a:extLst>
              <a:ext uri="{FF2B5EF4-FFF2-40B4-BE49-F238E27FC236}">
                <a16:creationId xmlns:a16="http://schemas.microsoft.com/office/drawing/2014/main" id="{0A99E434-2BA0-8AAD-DCB2-F622BBE23991}"/>
              </a:ext>
            </a:extLst>
          </p:cNvPr>
          <p:cNvSpPr>
            <a:spLocks noGrp="1"/>
          </p:cNvSpPr>
          <p:nvPr>
            <p:ph type="dgm" sz="quarter" idx="13" hasCustomPrompt="1"/>
          </p:nvPr>
        </p:nvSpPr>
        <p:spPr>
          <a:xfrm>
            <a:off x="0" y="6673844"/>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07148361"/>
      </p:ext>
    </p:extLst>
  </p:cSld>
  <p:clrMapOvr>
    <a:masterClrMapping/>
  </p:clrMapOvr>
  <p:extLst>
    <p:ext uri="{DCECCB84-F9BA-43D5-87BE-67443E8EF086}">
      <p15:sldGuideLst xmlns:p15="http://schemas.microsoft.com/office/powerpoint/2012/main">
        <p15:guide id="7" pos="4914">
          <p15:clr>
            <a:srgbClr val="C35EA4"/>
          </p15:clr>
        </p15:guide>
        <p15:guide id="8" orient="horz" pos="1046">
          <p15:clr>
            <a:srgbClr val="5ACBF0"/>
          </p15:clr>
        </p15:guide>
        <p15:guide id="9" pos="522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Photo 6 - White Confidential">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5A2621-671F-9742-A885-530EC501EF30}"/>
              </a:ext>
            </a:extLst>
          </p:cNvPr>
          <p:cNvSpPr>
            <a:spLocks noGrp="1"/>
          </p:cNvSpPr>
          <p:nvPr>
            <p:ph type="title" hasCustomPrompt="1"/>
          </p:nvPr>
        </p:nvSpPr>
        <p:spPr>
          <a:xfrm>
            <a:off x="8293606" y="484632"/>
            <a:ext cx="341071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8293606"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1" y="0"/>
            <a:ext cx="779983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6" name="SmartArt Placeholder 19">
            <a:extLst>
              <a:ext uri="{FF2B5EF4-FFF2-40B4-BE49-F238E27FC236}">
                <a16:creationId xmlns:a16="http://schemas.microsoft.com/office/drawing/2014/main" id="{A8106CF0-8948-A1DB-106D-43F50D59661A}"/>
              </a:ext>
            </a:extLst>
          </p:cNvPr>
          <p:cNvSpPr>
            <a:spLocks noGrp="1"/>
          </p:cNvSpPr>
          <p:nvPr>
            <p:ph type="dgm" sz="quarter" idx="14" hasCustomPrompt="1"/>
          </p:nvPr>
        </p:nvSpPr>
        <p:spPr>
          <a:xfrm>
            <a:off x="0" y="457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martArt Placeholder 19">
            <a:extLst>
              <a:ext uri="{FF2B5EF4-FFF2-40B4-BE49-F238E27FC236}">
                <a16:creationId xmlns:a16="http://schemas.microsoft.com/office/drawing/2014/main" id="{50069577-AFBA-ECF7-359D-65B5E5A349FB}"/>
              </a:ext>
            </a:extLst>
          </p:cNvPr>
          <p:cNvSpPr>
            <a:spLocks noGrp="1"/>
          </p:cNvSpPr>
          <p:nvPr>
            <p:ph type="dgm" sz="quarter" idx="15" hasCustomPrompt="1"/>
          </p:nvPr>
        </p:nvSpPr>
        <p:spPr>
          <a:xfrm>
            <a:off x="0" y="66751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144055415"/>
      </p:ext>
    </p:extLst>
  </p:cSld>
  <p:clrMapOvr>
    <a:masterClrMapping/>
  </p:clrMapOvr>
  <p:extLst>
    <p:ext uri="{DCECCB84-F9BA-43D5-87BE-67443E8EF086}">
      <p15:sldGuideLst xmlns:p15="http://schemas.microsoft.com/office/powerpoint/2012/main">
        <p15:guide id="7" pos="4914">
          <p15:clr>
            <a:srgbClr val="C35EA4"/>
          </p15:clr>
        </p15:guide>
        <p15:guide id="8" orient="horz" pos="1046">
          <p15:clr>
            <a:srgbClr val="5ACBF0"/>
          </p15:clr>
        </p15:guide>
        <p15:guide id="9" pos="522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and Photo 7">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EB9D1431-BA6B-9B8D-4F1A-1E3345901F53}"/>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108308FF-1C12-E74D-9118-64DEB1D3D281}"/>
              </a:ext>
            </a:extLst>
          </p:cNvPr>
          <p:cNvSpPr>
            <a:spLocks noGrp="1"/>
          </p:cNvSpPr>
          <p:nvPr>
            <p:ph type="title" hasCustomPrompt="1"/>
          </p:nvPr>
        </p:nvSpPr>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5367528" cy="2059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7AAC0D8-A8B2-0B4E-AAF4-E27A3AF01A10}"/>
              </a:ext>
            </a:extLst>
          </p:cNvPr>
          <p:cNvSpPr>
            <a:spLocks noGrp="1"/>
          </p:cNvSpPr>
          <p:nvPr>
            <p:ph sz="quarter" idx="12"/>
          </p:nvPr>
        </p:nvSpPr>
        <p:spPr>
          <a:xfrm>
            <a:off x="6336790" y="1664207"/>
            <a:ext cx="5367528" cy="2059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4017876"/>
            <a:ext cx="12192000" cy="2840122"/>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5" name="Text Placeholder 6">
            <a:extLst>
              <a:ext uri="{FF2B5EF4-FFF2-40B4-BE49-F238E27FC236}">
                <a16:creationId xmlns:a16="http://schemas.microsoft.com/office/drawing/2014/main" id="{704CD26B-5C7F-32F9-9F23-71E109B01CFD}"/>
              </a:ext>
            </a:extLst>
          </p:cNvPr>
          <p:cNvSpPr>
            <a:spLocks noGrp="1"/>
          </p:cNvSpPr>
          <p:nvPr>
            <p:ph type="body" sz="quarter" idx="17"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6" name="SmartArt Placeholder 16">
            <a:extLst>
              <a:ext uri="{FF2B5EF4-FFF2-40B4-BE49-F238E27FC236}">
                <a16:creationId xmlns:a16="http://schemas.microsoft.com/office/drawing/2014/main" id="{33FB614C-912E-299A-6807-B8CAD34BCB22}"/>
              </a:ext>
            </a:extLst>
          </p:cNvPr>
          <p:cNvSpPr>
            <a:spLocks noGrp="1"/>
          </p:cNvSpPr>
          <p:nvPr>
            <p:ph type="dgm" sz="quarter" idx="13" hasCustomPrompt="1"/>
          </p:nvPr>
        </p:nvSpPr>
        <p:spPr>
          <a:xfrm>
            <a:off x="0" y="6673844"/>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8" name="Slide Number Placeholder 4">
            <a:extLst>
              <a:ext uri="{FF2B5EF4-FFF2-40B4-BE49-F238E27FC236}">
                <a16:creationId xmlns:a16="http://schemas.microsoft.com/office/drawing/2014/main" id="{3352E80A-306C-9AD3-9273-90490E7CEC67}"/>
              </a:ext>
            </a:extLst>
          </p:cNvPr>
          <p:cNvSpPr>
            <a:spLocks noGrp="1" noChangeAspect="1"/>
          </p:cNvSpPr>
          <p:nvPr>
            <p:ph type="sldNum" sz="quarter" idx="4"/>
          </p:nvPr>
        </p:nvSpPr>
        <p:spPr>
          <a:xfrm>
            <a:off x="10424158" y="6478523"/>
            <a:ext cx="1280160" cy="274319"/>
          </a:xfrm>
          <a:prstGeom prst="rect">
            <a:avLst/>
          </a:prstGeom>
          <a:blipFill>
            <a:blip r:embed="rId3"/>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127052091"/>
      </p:ext>
    </p:extLst>
  </p:cSld>
  <p:clrMapOvr>
    <a:masterClrMapping/>
  </p:clrMapOvr>
  <p:extLst>
    <p:ext uri="{DCECCB84-F9BA-43D5-87BE-67443E8EF086}">
      <p15:sldGuideLst xmlns:p15="http://schemas.microsoft.com/office/powerpoint/2012/main">
        <p15:guide id="8" orient="horz" pos="1046">
          <p15:clr>
            <a:srgbClr val="5ACBF0"/>
          </p15:clr>
        </p15:guide>
        <p15:guide id="9" pos="3688">
          <p15:clr>
            <a:srgbClr val="C35EA4"/>
          </p15:clr>
        </p15:guide>
        <p15:guide id="10" pos="3988">
          <p15:clr>
            <a:srgbClr val="C35EA4"/>
          </p15:clr>
        </p15:guide>
        <p15:guide id="11" orient="horz" pos="2528">
          <p15:clr>
            <a:srgbClr val="5ACBF0"/>
          </p15:clr>
        </p15:guide>
        <p15:guide id="12" orient="horz" pos="2346">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Photo 7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935B27BF-3F29-1459-5C56-6191BA78246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108308FF-1C12-E74D-9118-64DEB1D3D281}"/>
              </a:ext>
            </a:extLst>
          </p:cNvPr>
          <p:cNvSpPr>
            <a:spLocks noGrp="1"/>
          </p:cNvSpPr>
          <p:nvPr>
            <p:ph type="title" hasCustomPrompt="1"/>
          </p:nvPr>
        </p:nvSpPr>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5367528" cy="2059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7AAC0D8-A8B2-0B4E-AAF4-E27A3AF01A10}"/>
              </a:ext>
            </a:extLst>
          </p:cNvPr>
          <p:cNvSpPr>
            <a:spLocks noGrp="1"/>
          </p:cNvSpPr>
          <p:nvPr>
            <p:ph sz="quarter" idx="12"/>
          </p:nvPr>
        </p:nvSpPr>
        <p:spPr>
          <a:xfrm>
            <a:off x="6336790" y="1664207"/>
            <a:ext cx="5367528" cy="2059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4017876"/>
            <a:ext cx="12192000" cy="2840122"/>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5" name="Text Placeholder 6">
            <a:extLst>
              <a:ext uri="{FF2B5EF4-FFF2-40B4-BE49-F238E27FC236}">
                <a16:creationId xmlns:a16="http://schemas.microsoft.com/office/drawing/2014/main" id="{4A4831F2-229F-44D7-C25E-30BC6052D93A}"/>
              </a:ext>
            </a:extLst>
          </p:cNvPr>
          <p:cNvSpPr>
            <a:spLocks noGrp="1"/>
          </p:cNvSpPr>
          <p:nvPr>
            <p:ph type="body" sz="quarter" idx="17"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6" name="SmartArt Placeholder 19">
            <a:extLst>
              <a:ext uri="{FF2B5EF4-FFF2-40B4-BE49-F238E27FC236}">
                <a16:creationId xmlns:a16="http://schemas.microsoft.com/office/drawing/2014/main" id="{3D7BF9B3-C5DB-5EAA-BC09-3C5AC6F6992E}"/>
              </a:ext>
            </a:extLst>
          </p:cNvPr>
          <p:cNvSpPr>
            <a:spLocks noGrp="1"/>
          </p:cNvSpPr>
          <p:nvPr>
            <p:ph type="dgm" sz="quarter" idx="15" hasCustomPrompt="1"/>
          </p:nvPr>
        </p:nvSpPr>
        <p:spPr>
          <a:xfrm>
            <a:off x="0" y="66751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9" name="Slide Number Placeholder 4">
            <a:extLst>
              <a:ext uri="{FF2B5EF4-FFF2-40B4-BE49-F238E27FC236}">
                <a16:creationId xmlns:a16="http://schemas.microsoft.com/office/drawing/2014/main" id="{A6A254DB-DBB1-B554-7855-E1FAA371A71B}"/>
              </a:ext>
            </a:extLst>
          </p:cNvPr>
          <p:cNvSpPr>
            <a:spLocks noGrp="1" noChangeAspect="1"/>
          </p:cNvSpPr>
          <p:nvPr>
            <p:ph type="sldNum" sz="quarter" idx="4"/>
          </p:nvPr>
        </p:nvSpPr>
        <p:spPr>
          <a:xfrm>
            <a:off x="10424158" y="6478523"/>
            <a:ext cx="1280160" cy="274319"/>
          </a:xfrm>
          <a:prstGeom prst="rect">
            <a:avLst/>
          </a:prstGeom>
          <a:blipFill>
            <a:blip r:embed="rId3"/>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963756634"/>
      </p:ext>
    </p:extLst>
  </p:cSld>
  <p:clrMapOvr>
    <a:masterClrMapping/>
  </p:clrMapOvr>
  <p:extLst>
    <p:ext uri="{DCECCB84-F9BA-43D5-87BE-67443E8EF086}">
      <p15:sldGuideLst xmlns:p15="http://schemas.microsoft.com/office/powerpoint/2012/main">
        <p15:guide id="8" orient="horz" pos="1046">
          <p15:clr>
            <a:srgbClr val="5ACBF0"/>
          </p15:clr>
        </p15:guide>
        <p15:guide id="9" pos="3688">
          <p15:clr>
            <a:srgbClr val="C35EA4"/>
          </p15:clr>
        </p15:guide>
        <p15:guide id="10" pos="3988">
          <p15:clr>
            <a:srgbClr val="C35EA4"/>
          </p15:clr>
        </p15:guide>
        <p15:guide id="11" orient="horz" pos="2528">
          <p15:clr>
            <a:srgbClr val="5ACBF0"/>
          </p15:clr>
        </p15:guide>
        <p15:guide id="12" orient="horz" pos="234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4CB072CB-603F-563A-3445-908672F4A623}"/>
              </a:ext>
            </a:extLst>
          </p:cNvPr>
          <p:cNvSpPr>
            <a:spLocks noGrp="1"/>
          </p:cNvSpPr>
          <p:nvPr>
            <p:ph type="body" sz="quarter" idx="17"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620669678"/>
      </p:ext>
    </p:extLst>
  </p:cSld>
  <p:clrMapOvr>
    <a:masterClrMapping/>
  </p:clrMapOvr>
  <p:extLst>
    <p:ext uri="{DCECCB84-F9BA-43D5-87BE-67443E8EF086}">
      <p15:sldGuideLst xmlns:p15="http://schemas.microsoft.com/office/powerpoint/2012/main">
        <p15:guide id="4" pos="2454">
          <p15:clr>
            <a:srgbClr val="C35EA4"/>
          </p15:clr>
        </p15:guide>
        <p15:guide id="5" pos="2762">
          <p15:clr>
            <a:srgbClr val="C35EA4"/>
          </p15:clr>
        </p15:guide>
        <p15:guide id="6" pos="4912">
          <p15:clr>
            <a:srgbClr val="C35EA4"/>
          </p15:clr>
        </p15:guide>
        <p15:guide id="7" pos="5222">
          <p15:clr>
            <a:srgbClr val="C35EA4"/>
          </p15:clr>
        </p15:guide>
        <p15:guide id="8" orient="horz" pos="1046">
          <p15:clr>
            <a:srgbClr val="5ACBF0"/>
          </p15:clr>
        </p15:guide>
        <p15:guide id="10" orient="horz" pos="2528">
          <p15:clr>
            <a:srgbClr val="5ACBF0"/>
          </p15:clr>
        </p15:guide>
        <p15:guide id="11" orient="horz" pos="234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a:xfrm>
            <a:off x="484630" y="484632"/>
            <a:ext cx="11219688" cy="530352"/>
          </a:xfrm>
        </p:spPr>
        <p:txBody>
          <a:bodyPr/>
          <a:lstStyle/>
          <a:p>
            <a:r>
              <a:rPr lang="en-US"/>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A66C2018-E3BC-FA6F-5C43-C3F5F5C90C02}"/>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96C58D09-8EE1-B502-2EDB-CFE14D3C4C07}"/>
              </a:ext>
            </a:extLst>
          </p:cNvPr>
          <p:cNvSpPr>
            <a:spLocks noGrp="1"/>
          </p:cNvSpPr>
          <p:nvPr>
            <p:ph type="body" sz="quarter" idx="17"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504468159"/>
      </p:ext>
    </p:extLst>
  </p:cSld>
  <p:clrMapOvr>
    <a:masterClrMapping/>
  </p:clrMapOvr>
  <p:extLst>
    <p:ext uri="{DCECCB84-F9BA-43D5-87BE-67443E8EF086}">
      <p15:sldGuideLst xmlns:p15="http://schemas.microsoft.com/office/powerpoint/2012/main">
        <p15:guide id="4" pos="1844">
          <p15:clr>
            <a:srgbClr val="C35EA4"/>
          </p15:clr>
        </p15:guide>
        <p15:guide id="5" pos="2146">
          <p15:clr>
            <a:srgbClr val="C35EA4"/>
          </p15:clr>
        </p15:guide>
        <p15:guide id="6" pos="5530">
          <p15:clr>
            <a:srgbClr val="C35EA4"/>
          </p15:clr>
        </p15:guide>
        <p15:guide id="7" pos="5832">
          <p15:clr>
            <a:srgbClr val="C35EA4"/>
          </p15:clr>
        </p15:guide>
        <p15:guide id="8" pos="3688">
          <p15:clr>
            <a:srgbClr val="C35EA4"/>
          </p15:clr>
        </p15:guide>
        <p15:guide id="9" pos="3988">
          <p15:clr>
            <a:srgbClr val="C35EA4"/>
          </p15:clr>
        </p15:guide>
        <p15:guide id="10" orient="horz" pos="1046">
          <p15:clr>
            <a:srgbClr val="5ACBF0"/>
          </p15:clr>
        </p15:guide>
        <p15:guide id="11" orient="horz" pos="1976">
          <p15:clr>
            <a:srgbClr val="5ACBF0"/>
          </p15:clr>
        </p15:guide>
        <p15:guide id="12" orient="horz" pos="215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Photo">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030DBC78-71C7-BF1F-F8AC-E630AA36CAD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7" name="Picture Placeholder 1">
            <a:extLst>
              <a:ext uri="{FF2B5EF4-FFF2-40B4-BE49-F238E27FC236}">
                <a16:creationId xmlns:a16="http://schemas.microsoft.com/office/drawing/2014/main" id="{01336BB9-131E-EB4B-8700-C48DD8ACC019}"/>
              </a:ext>
            </a:extLst>
          </p:cNvPr>
          <p:cNvSpPr>
            <a:spLocks noGrp="1"/>
          </p:cNvSpPr>
          <p:nvPr>
            <p:ph type="pic" sz="quarter" idx="11"/>
          </p:nvPr>
        </p:nvSpPr>
        <p:spPr>
          <a:xfrm>
            <a:off x="0" y="0"/>
            <a:ext cx="12192000" cy="6858000"/>
          </a:xfrm>
          <a:solidFill>
            <a:srgbClr val="E6E6E6"/>
          </a:solidFill>
        </p:spPr>
        <p:txBody>
          <a:bodyPr anchor="ctr" anchorCtr="0">
            <a:normAutofit/>
          </a:bodyPr>
          <a:lstStyle>
            <a:lvl1pPr marL="0" indent="0" algn="ctr">
              <a:spcBef>
                <a:spcPts val="0"/>
              </a:spcBef>
              <a:buFontTx/>
              <a:buNone/>
              <a:defRPr sz="1000" cap="none" baseline="0"/>
            </a:lvl1pPr>
          </a:lstStyle>
          <a:p>
            <a:r>
              <a:rPr lang="en-US"/>
              <a:t>Click icon to add picture</a:t>
            </a:r>
          </a:p>
        </p:txBody>
      </p:sp>
      <p:sp>
        <p:nvSpPr>
          <p:cNvPr id="8" name="Title 2">
            <a:extLst>
              <a:ext uri="{FF2B5EF4-FFF2-40B4-BE49-F238E27FC236}">
                <a16:creationId xmlns:a16="http://schemas.microsoft.com/office/drawing/2014/main" id="{836F7C9C-7C26-3847-8589-D4E499D522C2}"/>
              </a:ext>
            </a:extLst>
          </p:cNvPr>
          <p:cNvSpPr>
            <a:spLocks noGrp="1"/>
          </p:cNvSpPr>
          <p:nvPr>
            <p:ph type="title" hasCustomPrompt="1"/>
          </p:nvPr>
        </p:nvSpPr>
        <p:spPr bwMode="gray"/>
        <p:txBody>
          <a:bodyPr/>
          <a:lstStyle/>
          <a:p>
            <a:r>
              <a:rPr lang="en-US"/>
              <a:t>[Optional slide title]</a:t>
            </a:r>
          </a:p>
        </p:txBody>
      </p:sp>
      <p:sp>
        <p:nvSpPr>
          <p:cNvPr id="3" name="SmartArt Placeholder 16">
            <a:extLst>
              <a:ext uri="{FF2B5EF4-FFF2-40B4-BE49-F238E27FC236}">
                <a16:creationId xmlns:a16="http://schemas.microsoft.com/office/drawing/2014/main" id="{92787205-2CCB-9E72-8F66-15076FD29F86}"/>
              </a:ext>
            </a:extLst>
          </p:cNvPr>
          <p:cNvSpPr>
            <a:spLocks noGrp="1"/>
          </p:cNvSpPr>
          <p:nvPr>
            <p:ph type="dgm" sz="quarter" idx="12" hasCustomPrompt="1"/>
          </p:nvPr>
        </p:nvSpPr>
        <p:spPr>
          <a:xfrm>
            <a:off x="0" y="45720"/>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4" name="SmartArt Placeholder 16">
            <a:extLst>
              <a:ext uri="{FF2B5EF4-FFF2-40B4-BE49-F238E27FC236}">
                <a16:creationId xmlns:a16="http://schemas.microsoft.com/office/drawing/2014/main" id="{80DDABA3-2917-B73D-314E-9A6B06930C9C}"/>
              </a:ext>
            </a:extLst>
          </p:cNvPr>
          <p:cNvSpPr>
            <a:spLocks noGrp="1"/>
          </p:cNvSpPr>
          <p:nvPr>
            <p:ph type="dgm" sz="quarter" idx="13" hasCustomPrompt="1"/>
          </p:nvPr>
        </p:nvSpPr>
        <p:spPr>
          <a:xfrm>
            <a:off x="0" y="6673844"/>
            <a:ext cx="134143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Slide Number Placeholder 4">
            <a:extLst>
              <a:ext uri="{FF2B5EF4-FFF2-40B4-BE49-F238E27FC236}">
                <a16:creationId xmlns:a16="http://schemas.microsoft.com/office/drawing/2014/main" id="{96A15B7A-C81E-8BDF-774A-41907BC9306D}"/>
              </a:ext>
            </a:extLst>
          </p:cNvPr>
          <p:cNvSpPr>
            <a:spLocks noGrp="1" noChangeAspect="1"/>
          </p:cNvSpPr>
          <p:nvPr>
            <p:ph type="sldNum" sz="quarter" idx="4"/>
          </p:nvPr>
        </p:nvSpPr>
        <p:spPr>
          <a:xfrm>
            <a:off x="10424158" y="6478523"/>
            <a:ext cx="1280160" cy="274319"/>
          </a:xfrm>
          <a:prstGeom prst="rect">
            <a:avLst/>
          </a:prstGeom>
          <a:blipFill>
            <a:blip r:embed="rId3"/>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449709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Photo - White Logo">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6A5C4F5-CBAB-B942-F97F-5C9EE258B638}"/>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7" name="Picture Placeholder 1">
            <a:extLst>
              <a:ext uri="{FF2B5EF4-FFF2-40B4-BE49-F238E27FC236}">
                <a16:creationId xmlns:a16="http://schemas.microsoft.com/office/drawing/2014/main" id="{01336BB9-131E-EB4B-8700-C48DD8ACC019}"/>
              </a:ext>
            </a:extLst>
          </p:cNvPr>
          <p:cNvSpPr>
            <a:spLocks noGrp="1"/>
          </p:cNvSpPr>
          <p:nvPr>
            <p:ph type="pic" sz="quarter" idx="11"/>
          </p:nvPr>
        </p:nvSpPr>
        <p:spPr>
          <a:xfrm>
            <a:off x="0" y="0"/>
            <a:ext cx="1219200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8" name="Title 2">
            <a:extLst>
              <a:ext uri="{FF2B5EF4-FFF2-40B4-BE49-F238E27FC236}">
                <a16:creationId xmlns:a16="http://schemas.microsoft.com/office/drawing/2014/main" id="{836F7C9C-7C26-3847-8589-D4E499D522C2}"/>
              </a:ext>
            </a:extLst>
          </p:cNvPr>
          <p:cNvSpPr>
            <a:spLocks noGrp="1"/>
          </p:cNvSpPr>
          <p:nvPr>
            <p:ph type="title" hasCustomPrompt="1"/>
          </p:nvPr>
        </p:nvSpPr>
        <p:spPr bwMode="gray"/>
        <p:txBody>
          <a:bodyPr/>
          <a:lstStyle>
            <a:lvl1pPr>
              <a:defRPr>
                <a:solidFill>
                  <a:schemeClr val="bg1"/>
                </a:solidFill>
              </a:defRPr>
            </a:lvl1pPr>
          </a:lstStyle>
          <a:p>
            <a:r>
              <a:rPr lang="en-US"/>
              <a:t>[Optional slide title]</a:t>
            </a:r>
          </a:p>
        </p:txBody>
      </p:sp>
      <p:sp>
        <p:nvSpPr>
          <p:cNvPr id="3" name="SmartArt Placeholder 19">
            <a:extLst>
              <a:ext uri="{FF2B5EF4-FFF2-40B4-BE49-F238E27FC236}">
                <a16:creationId xmlns:a16="http://schemas.microsoft.com/office/drawing/2014/main" id="{3DFA0893-69A1-25EA-632D-286F4506069D}"/>
              </a:ext>
            </a:extLst>
          </p:cNvPr>
          <p:cNvSpPr>
            <a:spLocks noGrp="1"/>
          </p:cNvSpPr>
          <p:nvPr>
            <p:ph type="dgm" sz="quarter" idx="14" hasCustomPrompt="1"/>
          </p:nvPr>
        </p:nvSpPr>
        <p:spPr>
          <a:xfrm>
            <a:off x="0" y="457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4" name="SmartArt Placeholder 19">
            <a:extLst>
              <a:ext uri="{FF2B5EF4-FFF2-40B4-BE49-F238E27FC236}">
                <a16:creationId xmlns:a16="http://schemas.microsoft.com/office/drawing/2014/main" id="{F9E34CAD-B383-E0C1-40B0-2635DB37B7C2}"/>
              </a:ext>
            </a:extLst>
          </p:cNvPr>
          <p:cNvSpPr>
            <a:spLocks noGrp="1"/>
          </p:cNvSpPr>
          <p:nvPr>
            <p:ph type="dgm" sz="quarter" idx="15" hasCustomPrompt="1"/>
          </p:nvPr>
        </p:nvSpPr>
        <p:spPr>
          <a:xfrm>
            <a:off x="0" y="6675120"/>
            <a:ext cx="1344168" cy="137160"/>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6" name="Slide Number Placeholder 4">
            <a:extLst>
              <a:ext uri="{FF2B5EF4-FFF2-40B4-BE49-F238E27FC236}">
                <a16:creationId xmlns:a16="http://schemas.microsoft.com/office/drawing/2014/main" id="{B017D044-1FE7-C98F-7861-CD01F6C8C474}"/>
              </a:ext>
            </a:extLst>
          </p:cNvPr>
          <p:cNvSpPr>
            <a:spLocks noGrp="1" noChangeAspect="1"/>
          </p:cNvSpPr>
          <p:nvPr>
            <p:ph type="sldNum" sz="quarter" idx="4"/>
          </p:nvPr>
        </p:nvSpPr>
        <p:spPr>
          <a:xfrm>
            <a:off x="10424158" y="6478523"/>
            <a:ext cx="1280160" cy="274319"/>
          </a:xfrm>
          <a:prstGeom prst="rect">
            <a:avLst/>
          </a:prstGeom>
          <a:blipFill>
            <a:blip r:embed="rId3"/>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20816239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Text Placeholder 6">
            <a:extLst>
              <a:ext uri="{FF2B5EF4-FFF2-40B4-BE49-F238E27FC236}">
                <a16:creationId xmlns:a16="http://schemas.microsoft.com/office/drawing/2014/main" id="{0F2862D6-F371-1D4C-1C39-7C65707C91BB}"/>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4" name="Text Placeholder 6">
            <a:extLst>
              <a:ext uri="{FF2B5EF4-FFF2-40B4-BE49-F238E27FC236}">
                <a16:creationId xmlns:a16="http://schemas.microsoft.com/office/drawing/2014/main" id="{E7453848-6178-5935-E721-8053C7D08640}"/>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1369384863"/>
      </p:ext>
    </p:extLst>
  </p:cSld>
  <p:clrMapOvr>
    <a:masterClrMapping/>
  </p:clrMapOvr>
  <p:extLst>
    <p:ext uri="{DCECCB84-F9BA-43D5-87BE-67443E8EF086}">
      <p15:sldGuideLst xmlns:p15="http://schemas.microsoft.com/office/powerpoint/2012/main">
        <p15:guide id="1" orient="horz" pos="1046">
          <p15:clr>
            <a:srgbClr val="5ACBF0"/>
          </p15:clr>
        </p15:guide>
        <p15:guide id="2" pos="614">
          <p15:clr>
            <a:srgbClr val="C35EA4"/>
          </p15:clr>
        </p15:guide>
        <p15:guide id="3" pos="922">
          <p15:clr>
            <a:srgbClr val="C35EA4"/>
          </p15:clr>
        </p15:guide>
        <p15:guide id="4" pos="1228">
          <p15:clr>
            <a:srgbClr val="C35EA4"/>
          </p15:clr>
        </p15:guide>
        <p15:guide id="5" pos="1536">
          <p15:clr>
            <a:srgbClr val="C35EA4"/>
          </p15:clr>
        </p15:guide>
        <p15:guide id="6" pos="1842">
          <p15:clr>
            <a:srgbClr val="C35EA4"/>
          </p15:clr>
        </p15:guide>
        <p15:guide id="7" pos="2150">
          <p15:clr>
            <a:srgbClr val="C35EA4"/>
          </p15:clr>
        </p15:guide>
        <p15:guide id="8" pos="2458">
          <p15:clr>
            <a:srgbClr val="C35EA4"/>
          </p15:clr>
        </p15:guide>
        <p15:guide id="9" pos="2764">
          <p15:clr>
            <a:srgbClr val="C35EA4"/>
          </p15:clr>
        </p15:guide>
        <p15:guide id="10" pos="3072">
          <p15:clr>
            <a:srgbClr val="C35EA4"/>
          </p15:clr>
        </p15:guide>
        <p15:guide id="11" pos="3378">
          <p15:clr>
            <a:srgbClr val="C35EA4"/>
          </p15:clr>
        </p15:guide>
        <p15:guide id="12" pos="3686">
          <p15:clr>
            <a:srgbClr val="C35EA4"/>
          </p15:clr>
        </p15:guide>
        <p15:guide id="13" pos="3994">
          <p15:clr>
            <a:srgbClr val="C35EA4"/>
          </p15:clr>
        </p15:guide>
        <p15:guide id="14" pos="4300">
          <p15:clr>
            <a:srgbClr val="C35EA4"/>
          </p15:clr>
        </p15:guide>
        <p15:guide id="15" pos="4608">
          <p15:clr>
            <a:srgbClr val="C35EA4"/>
          </p15:clr>
        </p15:guide>
        <p15:guide id="16" pos="4914">
          <p15:clr>
            <a:srgbClr val="C35EA4"/>
          </p15:clr>
        </p15:guide>
        <p15:guide id="17" pos="5222">
          <p15:clr>
            <a:srgbClr val="C35EA4"/>
          </p15:clr>
        </p15:guide>
        <p15:guide id="18" pos="5530">
          <p15:clr>
            <a:srgbClr val="C35EA4"/>
          </p15:clr>
        </p15:guide>
        <p15:guide id="19" pos="5836">
          <p15:clr>
            <a:srgbClr val="C35EA4"/>
          </p15:clr>
        </p15:guide>
        <p15:guide id="20" pos="6144">
          <p15:clr>
            <a:srgbClr val="C35EA4"/>
          </p15:clr>
        </p15:guide>
        <p15:guide id="21" pos="6450">
          <p15:clr>
            <a:srgbClr val="C35EA4"/>
          </p15:clr>
        </p15:guide>
        <p15:guide id="22" pos="6758">
          <p15:clr>
            <a:srgbClr val="C35EA4"/>
          </p15:clr>
        </p15:guide>
        <p15:guide id="23" pos="7066">
          <p15:clr>
            <a:srgbClr val="C35EA4"/>
          </p15:clr>
        </p15:guide>
        <p15:guide id="24" orient="horz" pos="676">
          <p15:clr>
            <a:srgbClr val="5ACBF0"/>
          </p15:clr>
        </p15:guide>
        <p15:guide id="25" orient="horz" pos="1418">
          <p15:clr>
            <a:srgbClr val="5ACBF0"/>
          </p15:clr>
        </p15:guide>
        <p15:guide id="26" orient="horz" pos="1788">
          <p15:clr>
            <a:srgbClr val="5ACBF0"/>
          </p15:clr>
        </p15:guide>
        <p15:guide id="27" orient="horz" pos="2160">
          <p15:clr>
            <a:srgbClr val="5ACBF0"/>
          </p15:clr>
        </p15:guide>
        <p15:guide id="28" orient="horz" pos="2530">
          <p15:clr>
            <a:srgbClr val="5ACBF0"/>
          </p15:clr>
        </p15:guide>
        <p15:guide id="29" orient="horz" pos="2902">
          <p15:clr>
            <a:srgbClr val="5ACBF0"/>
          </p15:clr>
        </p15:guide>
        <p15:guide id="30" orient="horz" pos="3272">
          <p15:clr>
            <a:srgbClr val="5ACBF0"/>
          </p15:clr>
        </p15:guide>
        <p15:guide id="31" orient="horz" pos="364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Text Placeholder 6">
            <a:extLst>
              <a:ext uri="{FF2B5EF4-FFF2-40B4-BE49-F238E27FC236}">
                <a16:creationId xmlns:a16="http://schemas.microsoft.com/office/drawing/2014/main" id="{3E4669C5-F644-CFDC-05A9-F286CE3AEF29}"/>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4" name="Text Placeholder 6">
            <a:extLst>
              <a:ext uri="{FF2B5EF4-FFF2-40B4-BE49-F238E27FC236}">
                <a16:creationId xmlns:a16="http://schemas.microsoft.com/office/drawing/2014/main" id="{4CF1ED28-3893-75FD-07DF-B4F10561F7D9}"/>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718218779"/>
      </p:ext>
    </p:extLst>
  </p:cSld>
  <p:clrMapOvr>
    <a:masterClrMapping/>
  </p:clrMapOvr>
  <p:extLst>
    <p:ext uri="{DCECCB84-F9BA-43D5-87BE-67443E8EF086}">
      <p15:sldGuideLst xmlns:p15="http://schemas.microsoft.com/office/powerpoint/2012/main">
        <p15:guide id="1" orient="horz" pos="1046">
          <p15:clr>
            <a:srgbClr val="5ACBF0"/>
          </p15:clr>
        </p15:guide>
        <p15:guide id="2" pos="614">
          <p15:clr>
            <a:srgbClr val="C35EA4"/>
          </p15:clr>
        </p15:guide>
        <p15:guide id="3" pos="922">
          <p15:clr>
            <a:srgbClr val="C35EA4"/>
          </p15:clr>
        </p15:guide>
        <p15:guide id="4" pos="1228">
          <p15:clr>
            <a:srgbClr val="C35EA4"/>
          </p15:clr>
        </p15:guide>
        <p15:guide id="5" pos="1536">
          <p15:clr>
            <a:srgbClr val="C35EA4"/>
          </p15:clr>
        </p15:guide>
        <p15:guide id="6" pos="1842">
          <p15:clr>
            <a:srgbClr val="C35EA4"/>
          </p15:clr>
        </p15:guide>
        <p15:guide id="7" pos="2150">
          <p15:clr>
            <a:srgbClr val="C35EA4"/>
          </p15:clr>
        </p15:guide>
        <p15:guide id="8" pos="2458">
          <p15:clr>
            <a:srgbClr val="C35EA4"/>
          </p15:clr>
        </p15:guide>
        <p15:guide id="9" pos="2764">
          <p15:clr>
            <a:srgbClr val="C35EA4"/>
          </p15:clr>
        </p15:guide>
        <p15:guide id="10" pos="3072">
          <p15:clr>
            <a:srgbClr val="C35EA4"/>
          </p15:clr>
        </p15:guide>
        <p15:guide id="11" pos="3378">
          <p15:clr>
            <a:srgbClr val="C35EA4"/>
          </p15:clr>
        </p15:guide>
        <p15:guide id="12" pos="3686">
          <p15:clr>
            <a:srgbClr val="C35EA4"/>
          </p15:clr>
        </p15:guide>
        <p15:guide id="13" pos="3994">
          <p15:clr>
            <a:srgbClr val="C35EA4"/>
          </p15:clr>
        </p15:guide>
        <p15:guide id="14" pos="4300">
          <p15:clr>
            <a:srgbClr val="C35EA4"/>
          </p15:clr>
        </p15:guide>
        <p15:guide id="15" pos="4608">
          <p15:clr>
            <a:srgbClr val="C35EA4"/>
          </p15:clr>
        </p15:guide>
        <p15:guide id="16" pos="4914">
          <p15:clr>
            <a:srgbClr val="C35EA4"/>
          </p15:clr>
        </p15:guide>
        <p15:guide id="17" pos="5222">
          <p15:clr>
            <a:srgbClr val="C35EA4"/>
          </p15:clr>
        </p15:guide>
        <p15:guide id="18" pos="5530">
          <p15:clr>
            <a:srgbClr val="C35EA4"/>
          </p15:clr>
        </p15:guide>
        <p15:guide id="19" pos="5836">
          <p15:clr>
            <a:srgbClr val="C35EA4"/>
          </p15:clr>
        </p15:guide>
        <p15:guide id="20" pos="6144">
          <p15:clr>
            <a:srgbClr val="C35EA4"/>
          </p15:clr>
        </p15:guide>
        <p15:guide id="21" pos="6450">
          <p15:clr>
            <a:srgbClr val="C35EA4"/>
          </p15:clr>
        </p15:guide>
        <p15:guide id="22" pos="6758">
          <p15:clr>
            <a:srgbClr val="C35EA4"/>
          </p15:clr>
        </p15:guide>
        <p15:guide id="23" pos="7066">
          <p15:clr>
            <a:srgbClr val="C35EA4"/>
          </p15:clr>
        </p15:guide>
        <p15:guide id="24" orient="horz" pos="676">
          <p15:clr>
            <a:srgbClr val="5ACBF0"/>
          </p15:clr>
        </p15:guide>
        <p15:guide id="25" orient="horz" pos="1418">
          <p15:clr>
            <a:srgbClr val="5ACBF0"/>
          </p15:clr>
        </p15:guide>
        <p15:guide id="26" orient="horz" pos="1788">
          <p15:clr>
            <a:srgbClr val="5ACBF0"/>
          </p15:clr>
        </p15:guide>
        <p15:guide id="27" orient="horz" pos="2160">
          <p15:clr>
            <a:srgbClr val="5ACBF0"/>
          </p15:clr>
        </p15:guide>
        <p15:guide id="28" orient="horz" pos="2530">
          <p15:clr>
            <a:srgbClr val="5ACBF0"/>
          </p15:clr>
        </p15:guide>
        <p15:guide id="29" orient="horz" pos="2902">
          <p15:clr>
            <a:srgbClr val="5ACBF0"/>
          </p15:clr>
        </p15:guide>
        <p15:guide id="30" orient="horz" pos="3272">
          <p15:clr>
            <a:srgbClr val="5ACBF0"/>
          </p15:clr>
        </p15:guide>
        <p15:guide id="31" orient="horz" pos="364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049913"/>
      </p:ext>
    </p:extLst>
  </p:cSld>
  <p:clrMapOvr>
    <a:masterClrMapping/>
  </p:clrMapOvr>
  <p:extLst>
    <p:ext uri="{DCECCB84-F9BA-43D5-87BE-67443E8EF086}">
      <p15:sldGuideLst xmlns:p15="http://schemas.microsoft.com/office/powerpoint/2012/main">
        <p15:guide id="1" orient="horz" pos="1046">
          <p15:clr>
            <a:srgbClr val="5ACBF0"/>
          </p15:clr>
        </p15:guide>
        <p15:guide id="2" orient="horz" pos="676">
          <p15:clr>
            <a:srgbClr val="5ACBF0"/>
          </p15:clr>
        </p15:guide>
        <p15:guide id="3" orient="horz" pos="1418">
          <p15:clr>
            <a:srgbClr val="5ACBF0"/>
          </p15:clr>
        </p15:guide>
        <p15:guide id="4" orient="horz" pos="1788">
          <p15:clr>
            <a:srgbClr val="5ACBF0"/>
          </p15:clr>
        </p15:guide>
        <p15:guide id="5" orient="horz" pos="2160">
          <p15:clr>
            <a:srgbClr val="5ACBF0"/>
          </p15:clr>
        </p15:guide>
        <p15:guide id="6" orient="horz" pos="2530">
          <p15:clr>
            <a:srgbClr val="5ACBF0"/>
          </p15:clr>
        </p15:guide>
        <p15:guide id="7" orient="horz" pos="2902">
          <p15:clr>
            <a:srgbClr val="5ACBF0"/>
          </p15:clr>
        </p15:guide>
        <p15:guide id="8" orient="horz" pos="3272">
          <p15:clr>
            <a:srgbClr val="5ACBF0"/>
          </p15:clr>
        </p15:guide>
        <p15:guide id="9" orient="horz" pos="3644">
          <p15:clr>
            <a:srgbClr val="5ACBF0"/>
          </p15:clr>
        </p15:guide>
        <p15:guide id="10" pos="614">
          <p15:clr>
            <a:srgbClr val="C35EA4"/>
          </p15:clr>
        </p15:guide>
        <p15:guide id="11" pos="922">
          <p15:clr>
            <a:srgbClr val="C35EA4"/>
          </p15:clr>
        </p15:guide>
        <p15:guide id="12" pos="1228">
          <p15:clr>
            <a:srgbClr val="C35EA4"/>
          </p15:clr>
        </p15:guide>
        <p15:guide id="13" pos="1536">
          <p15:clr>
            <a:srgbClr val="C35EA4"/>
          </p15:clr>
        </p15:guide>
        <p15:guide id="14" pos="1842">
          <p15:clr>
            <a:srgbClr val="C35EA4"/>
          </p15:clr>
        </p15:guide>
        <p15:guide id="15" pos="2150">
          <p15:clr>
            <a:srgbClr val="C35EA4"/>
          </p15:clr>
        </p15:guide>
        <p15:guide id="16" pos="2458">
          <p15:clr>
            <a:srgbClr val="C35EA4"/>
          </p15:clr>
        </p15:guide>
        <p15:guide id="17" pos="2764">
          <p15:clr>
            <a:srgbClr val="C35EA4"/>
          </p15:clr>
        </p15:guide>
        <p15:guide id="18" pos="3072">
          <p15:clr>
            <a:srgbClr val="C35EA4"/>
          </p15:clr>
        </p15:guide>
        <p15:guide id="19" pos="3378">
          <p15:clr>
            <a:srgbClr val="C35EA4"/>
          </p15:clr>
        </p15:guide>
        <p15:guide id="20" pos="3686">
          <p15:clr>
            <a:srgbClr val="C35EA4"/>
          </p15:clr>
        </p15:guide>
        <p15:guide id="21" pos="3994">
          <p15:clr>
            <a:srgbClr val="C35EA4"/>
          </p15:clr>
        </p15:guide>
        <p15:guide id="22" pos="4300">
          <p15:clr>
            <a:srgbClr val="C35EA4"/>
          </p15:clr>
        </p15:guide>
        <p15:guide id="23" pos="4608">
          <p15:clr>
            <a:srgbClr val="C35EA4"/>
          </p15:clr>
        </p15:guide>
        <p15:guide id="24" pos="4914">
          <p15:clr>
            <a:srgbClr val="C35EA4"/>
          </p15:clr>
        </p15:guide>
        <p15:guide id="25" pos="5222">
          <p15:clr>
            <a:srgbClr val="C35EA4"/>
          </p15:clr>
        </p15:guide>
        <p15:guide id="26" pos="5530">
          <p15:clr>
            <a:srgbClr val="C35EA4"/>
          </p15:clr>
        </p15:guide>
        <p15:guide id="27" pos="5836">
          <p15:clr>
            <a:srgbClr val="C35EA4"/>
          </p15:clr>
        </p15:guide>
        <p15:guide id="28" pos="6144">
          <p15:clr>
            <a:srgbClr val="C35EA4"/>
          </p15:clr>
        </p15:guide>
        <p15:guide id="29" pos="6450">
          <p15:clr>
            <a:srgbClr val="C35EA4"/>
          </p15:clr>
        </p15:guide>
        <p15:guide id="30" pos="6758">
          <p15:clr>
            <a:srgbClr val="C35EA4"/>
          </p15:clr>
        </p15:guide>
        <p15:guide id="31" pos="7066">
          <p15:clr>
            <a:srgbClr val="C35E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a:t>© 2026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
        <p:nvSpPr>
          <p:cNvPr id="4" name="Micron" descr="Micron">
            <a:extLst>
              <a:ext uri="{FF2B5EF4-FFF2-40B4-BE49-F238E27FC236}">
                <a16:creationId xmlns:a16="http://schemas.microsoft.com/office/drawing/2014/main" id="{90F0F760-6E4E-5A76-6C53-26E62F84DD0C}"/>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30385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p15:clr>
            <a:srgbClr val="C35EA4"/>
          </p15:clr>
        </p15:guide>
        <p15:guide id="5" orient="horz" pos="3272">
          <p15:clr>
            <a:srgbClr val="5ACBF0"/>
          </p15:clr>
        </p15:guide>
        <p15:guide id="6" orient="horz" pos="2528">
          <p15:clr>
            <a:srgbClr val="5ACBF0"/>
          </p15:clr>
        </p15:guide>
        <p15:guide id="7" orient="horz" pos="1790">
          <p15:clr>
            <a:srgbClr val="5ACBF0"/>
          </p15:clr>
        </p15:guide>
        <p15:guide id="8" orient="horz" pos="104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of Contents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a:xfrm>
            <a:off x="484630" y="484632"/>
            <a:ext cx="11219688" cy="530352"/>
          </a:xfrm>
        </p:spPr>
        <p:txBody>
          <a:bodyPr/>
          <a:lstStyle/>
          <a:p>
            <a:r>
              <a:rPr lang="en-US"/>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Arial"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a:t>[Section 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864065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pos="3688">
          <p15:clr>
            <a:srgbClr val="C35EA4"/>
          </p15:clr>
        </p15:guide>
        <p15:guide id="3" pos="3988">
          <p15:clr>
            <a:srgbClr val="C35EA4"/>
          </p15:clr>
        </p15:guide>
        <p15:guide id="4" orient="horz" pos="3274">
          <p15:clr>
            <a:srgbClr val="5ACBF0"/>
          </p15:clr>
        </p15:guide>
        <p15:guide id="5" orient="horz" pos="1790">
          <p15:clr>
            <a:srgbClr val="5ACBF0"/>
          </p15:clr>
        </p15:guide>
        <p15:guide id="6" orient="horz" pos="252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3936"/>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1]</a:t>
            </a:r>
          </a:p>
          <a:p>
            <a:pPr lvl="1"/>
            <a:r>
              <a:rPr lang="en-US"/>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3936"/>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2]</a:t>
            </a:r>
          </a:p>
          <a:p>
            <a:pPr lvl="1"/>
            <a:r>
              <a:rPr lang="en-US"/>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3936"/>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3]</a:t>
            </a:r>
          </a:p>
          <a:p>
            <a:pPr lvl="1"/>
            <a:r>
              <a:rPr lang="en-US"/>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3936"/>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4]</a:t>
            </a:r>
          </a:p>
          <a:p>
            <a:pPr lvl="1"/>
            <a:r>
              <a:rPr lang="en-US"/>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5]</a:t>
            </a:r>
          </a:p>
          <a:p>
            <a:pPr lvl="1"/>
            <a:r>
              <a:rPr lang="en-US"/>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6]</a:t>
            </a:r>
          </a:p>
          <a:p>
            <a:pPr lvl="1"/>
            <a:r>
              <a:rPr lang="en-US"/>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7]</a:t>
            </a:r>
          </a:p>
          <a:p>
            <a:pPr lvl="1"/>
            <a:r>
              <a:rPr lang="en-US"/>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[Agenda item 8]</a:t>
            </a:r>
          </a:p>
          <a:p>
            <a:pPr lvl="1"/>
            <a:r>
              <a:rPr lang="en-US"/>
              <a:t>Second level</a:t>
            </a:r>
          </a:p>
        </p:txBody>
      </p:sp>
    </p:spTree>
    <p:extLst>
      <p:ext uri="{BB962C8B-B14F-4D97-AF65-F5344CB8AC3E}">
        <p14:creationId xmlns:p14="http://schemas.microsoft.com/office/powerpoint/2010/main" val="11514350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pos="1844">
          <p15:clr>
            <a:srgbClr val="C35EA4"/>
          </p15:clr>
        </p15:guide>
        <p15:guide id="3" pos="2144">
          <p15:clr>
            <a:srgbClr val="C35EA4"/>
          </p15:clr>
        </p15:guide>
        <p15:guide id="4" pos="3688">
          <p15:clr>
            <a:srgbClr val="C35EA4"/>
          </p15:clr>
        </p15:guide>
        <p15:guide id="5" pos="3988">
          <p15:clr>
            <a:srgbClr val="C35EA4"/>
          </p15:clr>
        </p15:guide>
        <p15:guide id="6" pos="5530">
          <p15:clr>
            <a:srgbClr val="C35EA4"/>
          </p15:clr>
        </p15:guide>
        <p15:guide id="7" pos="5832">
          <p15:clr>
            <a:srgbClr val="C35EA4"/>
          </p15:clr>
        </p15:guide>
        <p15:guide id="8" orient="horz" pos="252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9962"/>
          </a:xfrm>
        </p:spPr>
        <p:txBody>
          <a:bodyPr/>
          <a:lstStyle/>
          <a:p>
            <a:r>
              <a:rPr lang="en-US"/>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7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3817016C-721C-C665-50AC-6412EC05A822}"/>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6" name="Text Placeholder 6">
            <a:extLst>
              <a:ext uri="{FF2B5EF4-FFF2-40B4-BE49-F238E27FC236}">
                <a16:creationId xmlns:a16="http://schemas.microsoft.com/office/drawing/2014/main" id="{7E923B42-64EC-53D4-D2B4-E35CCF8BE518}"/>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26206306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Subtitle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9962"/>
          </a:xfrm>
        </p:spPr>
        <p:txBody>
          <a:bodyPr/>
          <a:lstStyle/>
          <a:p>
            <a:r>
              <a:rPr lang="en-US"/>
              <a:t>[Slide title]</a:t>
            </a:r>
          </a:p>
        </p:txBody>
      </p:sp>
      <p:sp>
        <p:nvSpPr>
          <p:cNvPr id="9" name="Text Placeholder 6">
            <a:extLst>
              <a:ext uri="{FF2B5EF4-FFF2-40B4-BE49-F238E27FC236}">
                <a16:creationId xmlns:a16="http://schemas.microsoft.com/office/drawing/2014/main" id="{3817016C-721C-C665-50AC-6412EC05A822}"/>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3" name="Text Placeholder 6">
            <a:extLst>
              <a:ext uri="{FF2B5EF4-FFF2-40B4-BE49-F238E27FC236}">
                <a16:creationId xmlns:a16="http://schemas.microsoft.com/office/drawing/2014/main" id="{EAA466A8-1560-2495-8E97-07BA9A06507E}"/>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34355021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4">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ntent - Dark Mode">
    <p:bg>
      <p:bgPr>
        <a:solidFill>
          <a:srgbClr val="000000"/>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B52B46C-8135-9240-9802-A3555832D778}"/>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0EB322E-E8DA-28EE-F759-2DA51266647E}"/>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1FB39D1A-EF43-6685-C69F-30445E5A4E56}"/>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25593743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3688">
          <p15:clr>
            <a:srgbClr val="C35EA4"/>
          </p15:clr>
        </p15:guide>
        <p15:guide id="5" pos="3988">
          <p15:clr>
            <a:srgbClr val="C35EA4"/>
          </p15:clr>
        </p15:guide>
        <p15:guide id="6" orient="horz" pos="1046">
          <p15:clr>
            <a:srgbClr val="5ACBF0"/>
          </p15:clr>
        </p15:guide>
        <p15:guide id="7" orient="horz" pos="1790">
          <p15:clr>
            <a:srgbClr val="5ACBF0"/>
          </p15:clr>
        </p15:guide>
        <p15:guide id="8" orient="horz" pos="2528">
          <p15:clr>
            <a:srgbClr val="5ACBF0"/>
          </p15:clr>
        </p15:guide>
        <p15:guide id="9" orient="horz" pos="327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ntent - Dark Mode">
    <p:bg>
      <p:bgPr>
        <a:solidFill>
          <a:srgbClr val="000000"/>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ACD129-EC9E-2941-963A-0BF8B9F09D8B}"/>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0D0296E-35E4-CDD0-F9E0-60742C7B615A}"/>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15A2EFB4-6E77-6DDE-7649-1F9D181B121A}"/>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42133128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2454">
          <p15:clr>
            <a:srgbClr val="C35EA4"/>
          </p15:clr>
        </p15:guide>
        <p15:guide id="5" pos="2762">
          <p15:clr>
            <a:srgbClr val="C35EA4"/>
          </p15:clr>
        </p15:guide>
        <p15:guide id="6" pos="4914">
          <p15:clr>
            <a:srgbClr val="C35EA4"/>
          </p15:clr>
        </p15:guide>
        <p15:guide id="7" pos="522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ntent - Dark Mode">
    <p:bg>
      <p:bgPr>
        <a:solidFill>
          <a:srgbClr val="000000"/>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716A743-3407-FC4F-89C8-C99590E35331}"/>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195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195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195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1956"/>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CAFF12AF-03C0-3E32-FA72-63AB12A65E8B}"/>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E1A610AE-6EB2-B292-8057-76299A9F5154}"/>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7388853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1844">
          <p15:clr>
            <a:srgbClr val="C35EA4"/>
          </p15:clr>
        </p15:guide>
        <p15:guide id="5" pos="2146">
          <p15:clr>
            <a:srgbClr val="C35EA4"/>
          </p15:clr>
        </p15:guide>
        <p15:guide id="6" pos="5530">
          <p15:clr>
            <a:srgbClr val="C35EA4"/>
          </p15:clr>
        </p15:guide>
        <p15:guide id="7" pos="5832">
          <p15:clr>
            <a:srgbClr val="C35EA4"/>
          </p15:clr>
        </p15:guide>
        <p15:guide id="8" pos="3688">
          <p15:clr>
            <a:srgbClr val="C35EA4"/>
          </p15:clr>
        </p15:guide>
        <p15:guide id="9" pos="3988">
          <p15:clr>
            <a:srgbClr val="C35EA4"/>
          </p15:clr>
        </p15:guide>
        <p15:guide id="10" orient="horz" pos="1046">
          <p15:clr>
            <a:srgbClr val="5ACBF0"/>
          </p15:clr>
        </p15:guide>
        <p15:guide id="11" orient="horz" pos="1790">
          <p15:clr>
            <a:srgbClr val="5ACBF0"/>
          </p15:clr>
        </p15:guide>
        <p15:guide id="12" orient="horz" pos="2528">
          <p15:clr>
            <a:srgbClr val="5ACBF0"/>
          </p15:clr>
        </p15:guide>
        <p15:guide id="13" orient="horz" pos="327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debar Left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69A4-86AD-EB4F-AAEB-3E26CEE5A31A}"/>
              </a:ext>
            </a:extLst>
          </p:cNvPr>
          <p:cNvSpPr>
            <a:spLocks noGrp="1"/>
          </p:cNvSpPr>
          <p:nvPr>
            <p:ph type="title" hasCustomPrompt="1"/>
          </p:nvPr>
        </p:nvSpPr>
        <p:spPr>
          <a:xfrm>
            <a:off x="484630" y="484632"/>
            <a:ext cx="11219688" cy="530352"/>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30"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E788404-8228-7B2D-38DE-7073FCBDDEA1}"/>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C82F487A-F6DB-9175-7B32-2AD883C88B5D}"/>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1095875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2454">
          <p15:clr>
            <a:srgbClr val="C35EA4"/>
          </p15:clr>
        </p15:guide>
        <p15:guide id="5" pos="2762">
          <p15:clr>
            <a:srgbClr val="C35EA4"/>
          </p15:clr>
        </p15:guide>
        <p15:guide id="6" orient="horz" pos="1046">
          <p15:clr>
            <a:srgbClr val="5ACBF0"/>
          </p15:clr>
        </p15:guide>
        <p15:guide id="7" orient="horz" pos="1790">
          <p15:clr>
            <a:srgbClr val="5ACBF0"/>
          </p15:clr>
        </p15:guide>
        <p15:guide id="8" orient="horz" pos="2528">
          <p15:clr>
            <a:srgbClr val="5ACBF0"/>
          </p15:clr>
        </p15:guide>
        <p15:guide id="9" orient="horz" pos="327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debar Right -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BE19F97-27ED-494E-8255-85029E03791E}"/>
              </a:ext>
            </a:extLst>
          </p:cNvPr>
          <p:cNvSpPr>
            <a:spLocks noGrp="1"/>
          </p:cNvSpPr>
          <p:nvPr>
            <p:ph type="title" hasCustomPrompt="1"/>
          </p:nvPr>
        </p:nvSpPr>
        <p:spPr>
          <a:xfrm>
            <a:off x="484630" y="484632"/>
            <a:ext cx="11219688" cy="530352"/>
          </a:xfrm>
        </p:spPr>
        <p:txBody>
          <a:bodyPr/>
          <a:lstStyle/>
          <a:p>
            <a:r>
              <a:rPr lang="en-US"/>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B928E065-EB65-D4F8-D860-93B3432D610F}"/>
              </a:ext>
            </a:extLst>
          </p:cNvPr>
          <p:cNvSpPr>
            <a:spLocks noGrp="1"/>
          </p:cNvSpPr>
          <p:nvPr>
            <p:ph type="body" sz="quarter" idx="16"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70D6AFB1-595D-C55E-5ABB-CC1C82395C2F}"/>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35348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6" pos="4914">
          <p15:clr>
            <a:srgbClr val="C35EA4"/>
          </p15:clr>
        </p15:guide>
        <p15:guide id="7" pos="522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ay Block 1 - Dark Mo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8017D4F-B9F1-3144-A23F-4D7DA02DC2F2}"/>
              </a:ext>
            </a:extLst>
          </p:cNvPr>
          <p:cNvSpPr>
            <a:spLocks noGrp="1"/>
          </p:cNvSpPr>
          <p:nvPr>
            <p:ph type="title" hasCustomPrompt="1"/>
          </p:nvPr>
        </p:nvSpPr>
        <p:spPr>
          <a:xfrm>
            <a:off x="484630" y="484632"/>
            <a:ext cx="683057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1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AB472689-AF30-A5CD-1365-8D76BD889066}"/>
              </a:ext>
            </a:extLst>
          </p:cNvPr>
          <p:cNvSpPr>
            <a:spLocks noGrp="1"/>
          </p:cNvSpPr>
          <p:nvPr>
            <p:ph type="body" sz="quarter" idx="16" hasCustomPrompt="1"/>
          </p:nvPr>
        </p:nvSpPr>
        <p:spPr>
          <a:xfrm>
            <a:off x="486537" y="6153150"/>
            <a:ext cx="6828661"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033BE62D-B23D-8FCF-8511-55A0ECDEBE26}"/>
              </a:ext>
            </a:extLst>
          </p:cNvPr>
          <p:cNvSpPr>
            <a:spLocks noGrp="1"/>
          </p:cNvSpPr>
          <p:nvPr>
            <p:ph type="body" sz="quarter" idx="10" hasCustomPrompt="1"/>
          </p:nvPr>
        </p:nvSpPr>
        <p:spPr>
          <a:xfrm>
            <a:off x="484631" y="1033272"/>
            <a:ext cx="6830569"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10988488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4608">
          <p15:clr>
            <a:srgbClr val="C35EA4"/>
          </p15:clr>
        </p15:guide>
        <p15:guide id="7" pos="5222">
          <p15:clr>
            <a:srgbClr val="C35EA4"/>
          </p15:clr>
        </p15:guide>
        <p15:guide id="8" orient="horz" pos="1046">
          <p15:clr>
            <a:srgbClr val="5ACBF0"/>
          </p15:clr>
        </p15:guide>
        <p15:guide id="9" pos="4914">
          <p15:clr>
            <a:srgbClr val="C35EA4"/>
          </p15:clr>
        </p15:guide>
        <p15:guide id="10" orient="horz" pos="1790">
          <p15:clr>
            <a:srgbClr val="5ACBF0"/>
          </p15:clr>
        </p15:guide>
        <p15:guide id="11" orient="horz" pos="2528">
          <p15:clr>
            <a:srgbClr val="5ACBF0"/>
          </p15:clr>
        </p15:guide>
        <p15:guide id="12" orient="horz" pos="3274">
          <p15:clr>
            <a:srgbClr val="5ACBF0"/>
          </p15:clr>
        </p15:guide>
        <p15:guide id="13" orient="horz" pos="2160">
          <p15:clr>
            <a:srgbClr val="5ACBF0"/>
          </p15:clr>
        </p15:guide>
        <p15:guide id="14" orient="horz" pos="1416">
          <p15:clr>
            <a:srgbClr val="5ACBF0"/>
          </p15:clr>
        </p15:guide>
        <p15:guide id="15" orient="horz" pos="2898">
          <p15:clr>
            <a:srgbClr val="5ACBF0"/>
          </p15:clr>
        </p15:guide>
        <p15:guide id="16" orient="horz" pos="364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ay Block 2 - Dark M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44E0E57-DC09-7741-80ED-1CE305B83846}"/>
              </a:ext>
            </a:extLst>
          </p:cNvPr>
          <p:cNvSpPr>
            <a:spLocks noGrp="1"/>
          </p:cNvSpPr>
          <p:nvPr>
            <p:ph type="title" hasCustomPrompt="1"/>
          </p:nvPr>
        </p:nvSpPr>
        <p:spPr>
          <a:xfrm>
            <a:off x="484630" y="484632"/>
            <a:ext cx="6830570"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5E68A4EC-BF2A-37D0-CEC5-C526E4665BD2}"/>
              </a:ext>
            </a:extLst>
          </p:cNvPr>
          <p:cNvSpPr>
            <a:spLocks noGrp="1"/>
          </p:cNvSpPr>
          <p:nvPr>
            <p:ph type="body" sz="quarter" idx="16" hasCustomPrompt="1"/>
          </p:nvPr>
        </p:nvSpPr>
        <p:spPr>
          <a:xfrm>
            <a:off x="486537" y="6153150"/>
            <a:ext cx="6828661" cy="219075"/>
          </a:xfrm>
        </p:spPr>
        <p:txBody>
          <a:bodyPr/>
          <a:lstStyle>
            <a:lvl1pPr marL="0" indent="0">
              <a:buFontTx/>
              <a:buNone/>
              <a:defRPr sz="800"/>
            </a:lvl1pPr>
          </a:lstStyle>
          <a:p>
            <a:pPr lvl="0"/>
            <a:r>
              <a:rPr lang="en-US"/>
              <a:t>Footnote</a:t>
            </a:r>
          </a:p>
        </p:txBody>
      </p:sp>
      <p:sp>
        <p:nvSpPr>
          <p:cNvPr id="8" name="Text Placeholder 6">
            <a:extLst>
              <a:ext uri="{FF2B5EF4-FFF2-40B4-BE49-F238E27FC236}">
                <a16:creationId xmlns:a16="http://schemas.microsoft.com/office/drawing/2014/main" id="{B561DEB6-C7D2-5249-4860-EEABF8288561}"/>
              </a:ext>
            </a:extLst>
          </p:cNvPr>
          <p:cNvSpPr>
            <a:spLocks noGrp="1"/>
          </p:cNvSpPr>
          <p:nvPr>
            <p:ph type="body" sz="quarter" idx="10" hasCustomPrompt="1"/>
          </p:nvPr>
        </p:nvSpPr>
        <p:spPr>
          <a:xfrm>
            <a:off x="484631" y="1033272"/>
            <a:ext cx="6828661"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57236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4608">
          <p15:clr>
            <a:srgbClr val="C35EA4"/>
          </p15:clr>
        </p15:guide>
        <p15:guide id="7" pos="5222">
          <p15:clr>
            <a:srgbClr val="C35EA4"/>
          </p15:clr>
        </p15:guide>
        <p15:guide id="8" orient="horz" pos="1046">
          <p15:clr>
            <a:srgbClr val="5ACBF0"/>
          </p15:clr>
        </p15:guide>
        <p15:guide id="9" pos="4914">
          <p15:clr>
            <a:srgbClr val="C35EA4"/>
          </p15:clr>
        </p15:guide>
        <p15:guide id="10" orient="horz" pos="1790">
          <p15:clr>
            <a:srgbClr val="5ACBF0"/>
          </p15:clr>
        </p15:guide>
        <p15:guide id="11" orient="horz" pos="2528">
          <p15:clr>
            <a:srgbClr val="5ACBF0"/>
          </p15:clr>
        </p15:guide>
        <p15:guide id="12" orient="horz" pos="3274">
          <p15:clr>
            <a:srgbClr val="5ACBF0"/>
          </p15:clr>
        </p15:guide>
        <p15:guide id="13" orient="horz" pos="2160">
          <p15:clr>
            <a:srgbClr val="5ACBF0"/>
          </p15:clr>
        </p15:guide>
        <p15:guide id="14" orient="horz" pos="1416">
          <p15:clr>
            <a:srgbClr val="5ACBF0"/>
          </p15:clr>
        </p15:guide>
        <p15:guide id="15" orient="horz" pos="2898">
          <p15:clr>
            <a:srgbClr val="5ACBF0"/>
          </p15:clr>
        </p15:guide>
        <p15:guide id="16" orient="horz" pos="364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ay Block 3 - Dark M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21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3DD09355-4847-75AC-FD4E-AA71784E04BC}"/>
              </a:ext>
            </a:extLst>
          </p:cNvPr>
          <p:cNvSpPr>
            <a:spLocks noGrp="1"/>
          </p:cNvSpPr>
          <p:nvPr>
            <p:ph type="body" sz="quarter" idx="16" hasCustomPrompt="1"/>
          </p:nvPr>
        </p:nvSpPr>
        <p:spPr>
          <a:xfrm>
            <a:off x="486538" y="6153150"/>
            <a:ext cx="34091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583944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2454">
          <p15:clr>
            <a:srgbClr val="C35EA4"/>
          </p15:clr>
        </p15:guide>
        <p15:guide id="5" pos="3068">
          <p15:clr>
            <a:srgbClr val="C35EA4"/>
          </p15:clr>
        </p15:guide>
        <p15:guide id="6" orient="horz" pos="1046">
          <p15:clr>
            <a:srgbClr val="5ACBF0"/>
          </p15:clr>
        </p15:guide>
        <p15:guide id="7" pos="2766">
          <p15:clr>
            <a:srgbClr val="C35EA4"/>
          </p15:clr>
        </p15:guide>
        <p15:guide id="8" orient="horz" pos="1790">
          <p15:clr>
            <a:srgbClr val="5ACBF0"/>
          </p15:clr>
        </p15:guide>
        <p15:guide id="9" orient="horz" pos="2528">
          <p15:clr>
            <a:srgbClr val="5ACBF0"/>
          </p15:clr>
        </p15:guide>
        <p15:guide id="10" orient="horz" pos="3274">
          <p15:clr>
            <a:srgbClr val="5ACBF0"/>
          </p15:clr>
        </p15:guide>
        <p15:guide id="11" orient="horz" pos="2160">
          <p15:clr>
            <a:srgbClr val="5ACBF0"/>
          </p15:clr>
        </p15:guide>
        <p15:guide id="12" orient="horz" pos="1416">
          <p15:clr>
            <a:srgbClr val="5ACBF0"/>
          </p15:clr>
        </p15:guide>
        <p15:guide id="13" orient="horz" pos="2898">
          <p15:clr>
            <a:srgbClr val="5ACBF0"/>
          </p15:clr>
        </p15:guide>
        <p15:guide id="14" orient="horz" pos="364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ay Block 4 - Dark M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06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06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149C15A1-B29D-3BA0-6D11-D75493388814}"/>
              </a:ext>
            </a:extLst>
          </p:cNvPr>
          <p:cNvSpPr>
            <a:spLocks noGrp="1"/>
          </p:cNvSpPr>
          <p:nvPr>
            <p:ph type="body" sz="quarter" idx="16" hasCustomPrompt="1"/>
          </p:nvPr>
        </p:nvSpPr>
        <p:spPr>
          <a:xfrm>
            <a:off x="486538" y="6153150"/>
            <a:ext cx="34091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2404227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2454">
          <p15:clr>
            <a:srgbClr val="C35EA4"/>
          </p15:clr>
        </p15:guide>
        <p15:guide id="5" pos="3068">
          <p15:clr>
            <a:srgbClr val="C35EA4"/>
          </p15:clr>
        </p15:guide>
        <p15:guide id="6" orient="horz" pos="1046">
          <p15:clr>
            <a:srgbClr val="5ACBF0"/>
          </p15:clr>
        </p15:guide>
        <p15:guide id="7" pos="2766">
          <p15:clr>
            <a:srgbClr val="C35EA4"/>
          </p15:clr>
        </p15:guide>
        <p15:guide id="8" orient="horz" pos="1790">
          <p15:clr>
            <a:srgbClr val="5ACBF0"/>
          </p15:clr>
        </p15:guide>
        <p15:guide id="9" orient="horz" pos="2528">
          <p15:clr>
            <a:srgbClr val="5ACBF0"/>
          </p15:clr>
        </p15:guide>
        <p15:guide id="10" orient="horz" pos="3274">
          <p15:clr>
            <a:srgbClr val="5ACBF0"/>
          </p15:clr>
        </p15:guide>
        <p15:guide id="11" orient="horz" pos="2160">
          <p15:clr>
            <a:srgbClr val="5ACBF0"/>
          </p15:clr>
        </p15:guide>
        <p15:guide id="12" orient="horz" pos="1416">
          <p15:clr>
            <a:srgbClr val="5ACBF0"/>
          </p15:clr>
        </p15:guide>
        <p15:guide id="13" orient="horz" pos="2898">
          <p15:clr>
            <a:srgbClr val="5ACBF0"/>
          </p15:clr>
        </p15:guide>
        <p15:guide id="14" orient="horz" pos="362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ay Block 5 - Dark M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EE49133-31FC-DB4F-9645-ED2235A6672F}"/>
              </a:ext>
            </a:extLst>
          </p:cNvPr>
          <p:cNvSpPr>
            <a:spLocks noGrp="1"/>
          </p:cNvSpPr>
          <p:nvPr>
            <p:ph type="title" hasCustomPrompt="1"/>
          </p:nvPr>
        </p:nvSpPr>
        <p:spPr>
          <a:xfrm>
            <a:off x="484630" y="484632"/>
            <a:ext cx="11219688"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1444752"/>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9"/>
            <a:ext cx="3410712" cy="2281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0D5D14A6-7C72-8AF1-CCF0-32231356521A}"/>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9" name="Text Placeholder 6">
            <a:extLst>
              <a:ext uri="{FF2B5EF4-FFF2-40B4-BE49-F238E27FC236}">
                <a16:creationId xmlns:a16="http://schemas.microsoft.com/office/drawing/2014/main" id="{8A6F8A66-22A4-C1F4-6C31-621232010C64}"/>
              </a:ext>
            </a:extLst>
          </p:cNvPr>
          <p:cNvSpPr>
            <a:spLocks noGrp="1"/>
          </p:cNvSpPr>
          <p:nvPr>
            <p:ph type="body" sz="quarter" idx="14"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8127553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4914">
          <p15:clr>
            <a:srgbClr val="C35EA4"/>
          </p15:clr>
        </p15:guide>
        <p15:guide id="7" pos="5222">
          <p15:clr>
            <a:srgbClr val="C35EA4"/>
          </p15:clr>
        </p15:guide>
        <p15:guide id="8" orient="horz" pos="1046">
          <p15:clr>
            <a:srgbClr val="5ACBF0"/>
          </p15:clr>
        </p15:guide>
        <p15:guide id="9" pos="2762">
          <p15:clr>
            <a:srgbClr val="C35EA4"/>
          </p15:clr>
        </p15:guide>
        <p15:guide id="10" pos="2454">
          <p15:clr>
            <a:srgbClr val="C35EA4"/>
          </p15:clr>
        </p15:guide>
        <p15:guide id="11" orient="horz" pos="2342">
          <p15:clr>
            <a:srgbClr val="5ACBF0"/>
          </p15:clr>
        </p15:guide>
        <p15:guide id="12" orient="horz" pos="1960">
          <p15:clr>
            <a:srgbClr val="5ACBF0"/>
          </p15:clr>
        </p15:guide>
        <p15:guide id="13" orient="horz" pos="216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ig Statement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5A2F8-D217-2D4C-9935-1BEF239EF9D2}"/>
              </a:ext>
            </a:extLst>
          </p:cNvPr>
          <p:cNvSpPr>
            <a:spLocks noGrp="1"/>
          </p:cNvSpPr>
          <p:nvPr>
            <p:ph type="title" hasCustomPrompt="1"/>
          </p:nvPr>
        </p:nvSpPr>
        <p:spPr/>
        <p:txBody>
          <a:bodyPr/>
          <a:lstStyle/>
          <a:p>
            <a:r>
              <a:rPr lang="en-US"/>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7486"/>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Arial"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 Placeholder 6">
            <a:extLst>
              <a:ext uri="{FF2B5EF4-FFF2-40B4-BE49-F238E27FC236}">
                <a16:creationId xmlns:a16="http://schemas.microsoft.com/office/drawing/2014/main" id="{CF401A3B-95F0-BBFF-D61A-4B1EBA8FDF7C}"/>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a:t>Footnote</a:t>
            </a:r>
          </a:p>
        </p:txBody>
      </p:sp>
    </p:spTree>
    <p:extLst>
      <p:ext uri="{BB962C8B-B14F-4D97-AF65-F5344CB8AC3E}">
        <p14:creationId xmlns:p14="http://schemas.microsoft.com/office/powerpoint/2010/main" val="33499754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pos="5530">
          <p15:clr>
            <a:srgbClr val="C35EA4"/>
          </p15:clr>
        </p15:guide>
        <p15:guide id="3" orient="horz" pos="1790">
          <p15:clr>
            <a:srgbClr val="5ACBF0"/>
          </p15:clr>
        </p15:guide>
        <p15:guide id="4" orient="horz" pos="2528">
          <p15:clr>
            <a:srgbClr val="5ACBF0"/>
          </p15:clr>
        </p15:guide>
        <p15:guide id="5" orient="horz" pos="3274">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and Photo 1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D9ADFA30-C3AF-3436-CC35-D6B0D2501EA3}"/>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0B82E9-8F22-8245-952E-6EE88109365C}"/>
              </a:ext>
            </a:extLst>
          </p:cNvPr>
          <p:cNvSpPr>
            <a:spLocks noGrp="1"/>
          </p:cNvSpPr>
          <p:nvPr>
            <p:ph type="title" hasCustomPrompt="1"/>
          </p:nvPr>
        </p:nvSpPr>
        <p:spPr>
          <a:xfrm>
            <a:off x="484630" y="484632"/>
            <a:ext cx="7316345"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7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8" name="Text Placeholder 6">
            <a:extLst>
              <a:ext uri="{FF2B5EF4-FFF2-40B4-BE49-F238E27FC236}">
                <a16:creationId xmlns:a16="http://schemas.microsoft.com/office/drawing/2014/main" id="{33663703-1015-8FC3-9A55-960830346D84}"/>
              </a:ext>
            </a:extLst>
          </p:cNvPr>
          <p:cNvSpPr>
            <a:spLocks noGrp="1"/>
          </p:cNvSpPr>
          <p:nvPr>
            <p:ph type="body" sz="quarter" idx="13" hasCustomPrompt="1"/>
          </p:nvPr>
        </p:nvSpPr>
        <p:spPr>
          <a:xfrm>
            <a:off x="486537" y="6153150"/>
            <a:ext cx="7313293" cy="219075"/>
          </a:xfrm>
        </p:spPr>
        <p:txBody>
          <a:bodyPr/>
          <a:lstStyle>
            <a:lvl1pPr marL="0" indent="0">
              <a:buFontTx/>
              <a:buNone/>
              <a:defRPr sz="800"/>
            </a:lvl1pPr>
          </a:lstStyle>
          <a:p>
            <a:pPr lvl="0"/>
            <a:r>
              <a:rPr lang="en-US"/>
              <a:t>Footnote</a:t>
            </a:r>
          </a:p>
        </p:txBody>
      </p:sp>
      <p:sp>
        <p:nvSpPr>
          <p:cNvPr id="9" name="Text Placeholder 6">
            <a:extLst>
              <a:ext uri="{FF2B5EF4-FFF2-40B4-BE49-F238E27FC236}">
                <a16:creationId xmlns:a16="http://schemas.microsoft.com/office/drawing/2014/main" id="{A1F03F55-8C0F-6B6B-761E-F39FA184C8E5}"/>
              </a:ext>
            </a:extLst>
          </p:cNvPr>
          <p:cNvSpPr>
            <a:spLocks noGrp="1"/>
          </p:cNvSpPr>
          <p:nvPr>
            <p:ph type="body" sz="quarter" idx="10" hasCustomPrompt="1"/>
          </p:nvPr>
        </p:nvSpPr>
        <p:spPr>
          <a:xfrm>
            <a:off x="484631" y="1033272"/>
            <a:ext cx="7315199" cy="347663"/>
          </a:xfrm>
        </p:spPr>
        <p:txBody>
          <a:bodyPr/>
          <a:lstStyle>
            <a:lvl1pPr marL="0" indent="0">
              <a:buFontTx/>
              <a:buNone/>
              <a:defRPr sz="1800"/>
            </a:lvl1pPr>
          </a:lstStyle>
          <a:p>
            <a:pPr lvl="0"/>
            <a:r>
              <a:rPr lang="en-US"/>
              <a:t>[Slide subtitle]</a:t>
            </a:r>
          </a:p>
        </p:txBody>
      </p:sp>
      <p:sp>
        <p:nvSpPr>
          <p:cNvPr id="11" name="Slide Number Placeholder 4">
            <a:extLst>
              <a:ext uri="{FF2B5EF4-FFF2-40B4-BE49-F238E27FC236}">
                <a16:creationId xmlns:a16="http://schemas.microsoft.com/office/drawing/2014/main" id="{38B66CEC-155B-430E-1D46-1793D4A9ABCC}"/>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532809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4914">
          <p15:clr>
            <a:srgbClr val="C35EA4"/>
          </p15:clr>
        </p15:guide>
        <p15:guide id="7" pos="5220">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Photo 1 - White Logo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933A282E-13F2-1706-73EA-6C0E991AC4F4}"/>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0B82E9-8F22-8245-952E-6EE88109365C}"/>
              </a:ext>
            </a:extLst>
          </p:cNvPr>
          <p:cNvSpPr>
            <a:spLocks noGrp="1"/>
          </p:cNvSpPr>
          <p:nvPr>
            <p:ph type="title" hasCustomPrompt="1"/>
          </p:nvPr>
        </p:nvSpPr>
        <p:spPr>
          <a:xfrm>
            <a:off x="484630" y="484632"/>
            <a:ext cx="7316345" cy="530352"/>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5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
        <p:nvSpPr>
          <p:cNvPr id="8" name="Text Placeholder 6">
            <a:extLst>
              <a:ext uri="{FF2B5EF4-FFF2-40B4-BE49-F238E27FC236}">
                <a16:creationId xmlns:a16="http://schemas.microsoft.com/office/drawing/2014/main" id="{68BA5F99-885E-B964-3669-5F664299A152}"/>
              </a:ext>
            </a:extLst>
          </p:cNvPr>
          <p:cNvSpPr>
            <a:spLocks noGrp="1"/>
          </p:cNvSpPr>
          <p:nvPr>
            <p:ph type="body" sz="quarter" idx="13" hasCustomPrompt="1"/>
          </p:nvPr>
        </p:nvSpPr>
        <p:spPr>
          <a:xfrm>
            <a:off x="486537" y="6153150"/>
            <a:ext cx="7313293" cy="219075"/>
          </a:xfrm>
        </p:spPr>
        <p:txBody>
          <a:bodyPr/>
          <a:lstStyle>
            <a:lvl1pPr marL="0" indent="0">
              <a:buFontTx/>
              <a:buNone/>
              <a:defRPr sz="800"/>
            </a:lvl1pPr>
          </a:lstStyle>
          <a:p>
            <a:pPr lvl="0"/>
            <a:r>
              <a:rPr lang="en-US"/>
              <a:t>Footnote</a:t>
            </a:r>
          </a:p>
        </p:txBody>
      </p:sp>
      <p:sp>
        <p:nvSpPr>
          <p:cNvPr id="9" name="Text Placeholder 6">
            <a:extLst>
              <a:ext uri="{FF2B5EF4-FFF2-40B4-BE49-F238E27FC236}">
                <a16:creationId xmlns:a16="http://schemas.microsoft.com/office/drawing/2014/main" id="{0DD58961-D91B-68BD-C19C-AFA84D202208}"/>
              </a:ext>
            </a:extLst>
          </p:cNvPr>
          <p:cNvSpPr>
            <a:spLocks noGrp="1"/>
          </p:cNvSpPr>
          <p:nvPr>
            <p:ph type="body" sz="quarter" idx="10" hasCustomPrompt="1"/>
          </p:nvPr>
        </p:nvSpPr>
        <p:spPr>
          <a:xfrm>
            <a:off x="484631" y="1033272"/>
            <a:ext cx="7315199" cy="347663"/>
          </a:xfrm>
        </p:spPr>
        <p:txBody>
          <a:bodyPr/>
          <a:lstStyle>
            <a:lvl1pPr marL="0" indent="0">
              <a:buFontTx/>
              <a:buNone/>
              <a:defRPr sz="1800"/>
            </a:lvl1pPr>
          </a:lstStyle>
          <a:p>
            <a:pPr lvl="0"/>
            <a:r>
              <a:rPr lang="en-US"/>
              <a:t>[Slide subtitle]</a:t>
            </a:r>
          </a:p>
        </p:txBody>
      </p:sp>
      <p:sp>
        <p:nvSpPr>
          <p:cNvPr id="6" name="Slide Number Placeholder 4">
            <a:extLst>
              <a:ext uri="{FF2B5EF4-FFF2-40B4-BE49-F238E27FC236}">
                <a16:creationId xmlns:a16="http://schemas.microsoft.com/office/drawing/2014/main" id="{F3F08AF0-D665-F33C-09EB-79D7882F7179}"/>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FFFFFF"/>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002736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4914">
          <p15:clr>
            <a:srgbClr val="C35EA4"/>
          </p15:clr>
        </p15:guide>
        <p15:guide id="7" pos="5220">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and Photo 2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2B5A19F0-72B3-5CF4-D66F-C1448DB9F4C9}"/>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F361EB6D-79DC-C24B-81F7-3FF853062579}"/>
              </a:ext>
            </a:extLst>
          </p:cNvPr>
          <p:cNvSpPr>
            <a:spLocks noGrp="1"/>
          </p:cNvSpPr>
          <p:nvPr>
            <p:ph type="title" hasCustomPrompt="1"/>
          </p:nvPr>
        </p:nvSpPr>
        <p:spPr>
          <a:xfrm>
            <a:off x="484630" y="484632"/>
            <a:ext cx="5370070"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7" name="Slide Number Placeholder 4">
            <a:extLst>
              <a:ext uri="{FF2B5EF4-FFF2-40B4-BE49-F238E27FC236}">
                <a16:creationId xmlns:a16="http://schemas.microsoft.com/office/drawing/2014/main" id="{42B8387D-6589-B5C9-F096-015FEDA22FF1}"/>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4788822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3688">
          <p15:clr>
            <a:srgbClr val="C35EA4"/>
          </p15:clr>
        </p15:guide>
        <p15:guide id="7" pos="3988">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and Photo 2 - White Logo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58A5DAB7-9ABF-F310-1CA9-49B6DD6E1E07}"/>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F361EB6D-79DC-C24B-81F7-3FF853062579}"/>
              </a:ext>
            </a:extLst>
          </p:cNvPr>
          <p:cNvSpPr>
            <a:spLocks noGrp="1"/>
          </p:cNvSpPr>
          <p:nvPr>
            <p:ph type="title" hasCustomPrompt="1"/>
          </p:nvPr>
        </p:nvSpPr>
        <p:spPr>
          <a:xfrm>
            <a:off x="484630" y="484632"/>
            <a:ext cx="5370070"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
        <p:nvSpPr>
          <p:cNvPr id="7" name="Slide Number Placeholder 4">
            <a:extLst>
              <a:ext uri="{FF2B5EF4-FFF2-40B4-BE49-F238E27FC236}">
                <a16:creationId xmlns:a16="http://schemas.microsoft.com/office/drawing/2014/main" id="{D8B7D7E0-8470-415B-6858-1C2C622269ED}"/>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FFFFFF"/>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6528902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3688">
          <p15:clr>
            <a:srgbClr val="C35EA4"/>
          </p15:clr>
        </p15:guide>
        <p15:guide id="7" pos="3988">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and Photo 3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67E67C9B-3D2B-CD6A-6BD2-670D6E3E7B81}"/>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D3B9D2DF-5FC8-F743-A699-9C32C7E1778F}"/>
              </a:ext>
            </a:extLst>
          </p:cNvPr>
          <p:cNvSpPr>
            <a:spLocks noGrp="1"/>
          </p:cNvSpPr>
          <p:nvPr>
            <p:ph type="title" hasCustomPrompt="1"/>
          </p:nvPr>
        </p:nvSpPr>
        <p:spPr>
          <a:xfrm>
            <a:off x="484630" y="484632"/>
            <a:ext cx="3411095"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7" name="Slide Number Placeholder 4">
            <a:extLst>
              <a:ext uri="{FF2B5EF4-FFF2-40B4-BE49-F238E27FC236}">
                <a16:creationId xmlns:a16="http://schemas.microsoft.com/office/drawing/2014/main" id="{C4B2A6F8-EA55-CA83-D3B9-BF79B700531E}"/>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292180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nd Photo 3 - White Logo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318C9E04-57AC-2C8C-3F46-434BF2CE5CB4}"/>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D3B9D2DF-5FC8-F743-A699-9C32C7E1778F}"/>
              </a:ext>
            </a:extLst>
          </p:cNvPr>
          <p:cNvSpPr>
            <a:spLocks noGrp="1"/>
          </p:cNvSpPr>
          <p:nvPr>
            <p:ph type="title" hasCustomPrompt="1"/>
          </p:nvPr>
        </p:nvSpPr>
        <p:spPr>
          <a:xfrm>
            <a:off x="484630" y="484632"/>
            <a:ext cx="3411095"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
        <p:nvSpPr>
          <p:cNvPr id="6" name="Slide Number Placeholder 4">
            <a:extLst>
              <a:ext uri="{FF2B5EF4-FFF2-40B4-BE49-F238E27FC236}">
                <a16:creationId xmlns:a16="http://schemas.microsoft.com/office/drawing/2014/main" id="{395411FE-FEEA-16F8-0856-F177DA69B94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FFFFFF"/>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9850029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Photo 4 White Confidential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B06767-23F1-9B41-AE8A-9DD820A6FDA8}"/>
              </a:ext>
            </a:extLst>
          </p:cNvPr>
          <p:cNvSpPr>
            <a:spLocks noGrp="1"/>
          </p:cNvSpPr>
          <p:nvPr>
            <p:ph type="title" hasCustomPrompt="1"/>
          </p:nvPr>
        </p:nvSpPr>
        <p:spPr>
          <a:xfrm>
            <a:off x="4389116" y="484632"/>
            <a:ext cx="7315201"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389117" y="1664208"/>
            <a:ext cx="7315200"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3895342"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551412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Photo 4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B06767-23F1-9B41-AE8A-9DD820A6FDA8}"/>
              </a:ext>
            </a:extLst>
          </p:cNvPr>
          <p:cNvSpPr>
            <a:spLocks noGrp="1"/>
          </p:cNvSpPr>
          <p:nvPr>
            <p:ph type="title" hasCustomPrompt="1"/>
          </p:nvPr>
        </p:nvSpPr>
        <p:spPr>
          <a:xfrm>
            <a:off x="4389116" y="484632"/>
            <a:ext cx="7315201"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389117" y="1664208"/>
            <a:ext cx="7315200"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3895342" cy="6858000"/>
          </a:xfrm>
          <a:solidFill>
            <a:srgbClr val="BFBFBF"/>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9588408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pos="2454">
          <p15:clr>
            <a:srgbClr val="C35EA4"/>
          </p15:clr>
        </p15:guide>
        <p15:guide id="7" pos="2762">
          <p15:clr>
            <a:srgbClr val="C35EA4"/>
          </p15:clr>
        </p15:guide>
        <p15:guide id="8" orient="horz" pos="1046">
          <p15:clr>
            <a:srgbClr val="5ACBF0"/>
          </p15:clr>
        </p15:guide>
        <p15:guide id="9" orient="horz" pos="1790">
          <p15:clr>
            <a:srgbClr val="5ACBF0"/>
          </p15:clr>
        </p15:guide>
        <p15:guide id="10" orient="horz" pos="2528">
          <p15:clr>
            <a:srgbClr val="5ACBF0"/>
          </p15:clr>
        </p15:guide>
        <p15:guide id="11" orient="horz" pos="327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and Photo 5 White Confidential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4484F78-151C-2B48-B376-909B947C9623}"/>
              </a:ext>
            </a:extLst>
          </p:cNvPr>
          <p:cNvSpPr>
            <a:spLocks noGrp="1"/>
          </p:cNvSpPr>
          <p:nvPr>
            <p:ph type="title" hasCustomPrompt="1"/>
          </p:nvPr>
        </p:nvSpPr>
        <p:spPr>
          <a:xfrm>
            <a:off x="6336788" y="484632"/>
            <a:ext cx="5367530"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6336788"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5852158"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246046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7" pos="3988">
          <p15:clr>
            <a:srgbClr val="C35EA4"/>
          </p15:clr>
        </p15:guide>
        <p15:guide id="8" orient="horz" pos="1046">
          <p15:clr>
            <a:srgbClr val="5ACBF0"/>
          </p15:clr>
        </p15:guide>
        <p15:guide id="9" pos="369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Photo 5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4484F78-151C-2B48-B376-909B947C9623}"/>
              </a:ext>
            </a:extLst>
          </p:cNvPr>
          <p:cNvSpPr>
            <a:spLocks noGrp="1"/>
          </p:cNvSpPr>
          <p:nvPr>
            <p:ph type="title" hasCustomPrompt="1"/>
          </p:nvPr>
        </p:nvSpPr>
        <p:spPr>
          <a:xfrm>
            <a:off x="6336788" y="484632"/>
            <a:ext cx="5367530"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6336788"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0"/>
            <a:ext cx="5852158" cy="6858000"/>
          </a:xfrm>
          <a:solidFill>
            <a:srgbClr val="BFBFBF"/>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8532534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7" pos="3988">
          <p15:clr>
            <a:srgbClr val="C35EA4"/>
          </p15:clr>
        </p15:guide>
        <p15:guide id="8" orient="horz" pos="1046">
          <p15:clr>
            <a:srgbClr val="5ACBF0"/>
          </p15:clr>
        </p15:guide>
        <p15:guide id="9" pos="3690">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and Photo 6 White Confidential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38EC1D-FD46-6640-9C74-B41AEC794D0E}"/>
              </a:ext>
            </a:extLst>
          </p:cNvPr>
          <p:cNvSpPr>
            <a:spLocks noGrp="1"/>
          </p:cNvSpPr>
          <p:nvPr>
            <p:ph type="title" hasCustomPrompt="1"/>
          </p:nvPr>
        </p:nvSpPr>
        <p:spPr>
          <a:xfrm>
            <a:off x="8293606" y="484632"/>
            <a:ext cx="341071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8293606"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1" y="0"/>
            <a:ext cx="7799830" cy="6858000"/>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5711963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7" pos="4914">
          <p15:clr>
            <a:srgbClr val="C35EA4"/>
          </p15:clr>
        </p15:guide>
        <p15:guide id="8" orient="horz" pos="1046">
          <p15:clr>
            <a:srgbClr val="5ACBF0"/>
          </p15:clr>
        </p15:guide>
        <p15:guide id="9" pos="5222">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and Photo 6 - Dark Mode">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38EC1D-FD46-6640-9C74-B41AEC794D0E}"/>
              </a:ext>
            </a:extLst>
          </p:cNvPr>
          <p:cNvSpPr>
            <a:spLocks noGrp="1"/>
          </p:cNvSpPr>
          <p:nvPr>
            <p:ph type="title" hasCustomPrompt="1"/>
          </p:nvPr>
        </p:nvSpPr>
        <p:spPr>
          <a:xfrm>
            <a:off x="8293606" y="484632"/>
            <a:ext cx="3410712" cy="886968"/>
          </a:xfrm>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8293606"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1" y="0"/>
            <a:ext cx="7799830" cy="6858000"/>
          </a:xfrm>
          <a:solidFill>
            <a:srgbClr val="BFBFBF"/>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Tree>
    <p:extLst>
      <p:ext uri="{BB962C8B-B14F-4D97-AF65-F5344CB8AC3E}">
        <p14:creationId xmlns:p14="http://schemas.microsoft.com/office/powerpoint/2010/main" val="30769954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7" pos="4914">
          <p15:clr>
            <a:srgbClr val="C35EA4"/>
          </p15:clr>
        </p15:guide>
        <p15:guide id="8" orient="horz" pos="1046">
          <p15:clr>
            <a:srgbClr val="5ACBF0"/>
          </p15:clr>
        </p15:guide>
        <p15:guide id="9" pos="5222">
          <p15:clr>
            <a:srgbClr val="C35EA4"/>
          </p15:clr>
        </p15:guide>
        <p15:guide id="10" orient="horz" pos="1790">
          <p15:clr>
            <a:srgbClr val="5ACBF0"/>
          </p15:clr>
        </p15:guide>
        <p15:guide id="11" orient="horz" pos="2528">
          <p15:clr>
            <a:srgbClr val="5ACBF0"/>
          </p15:clr>
        </p15:guide>
        <p15:guide id="12" orient="horz" pos="3274">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and Photo 7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AC5D675-F70A-8056-58FA-B35EB82D9529}"/>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4FBF9F0-7614-E749-A398-E9C1CFBEC3EF}"/>
              </a:ext>
            </a:extLst>
          </p:cNvPr>
          <p:cNvSpPr>
            <a:spLocks noGrp="1"/>
          </p:cNvSpPr>
          <p:nvPr>
            <p:ph type="title" hasCustomPrompt="1"/>
          </p:nvPr>
        </p:nvSpPr>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7AAC0D8-A8B2-0B4E-AAF4-E27A3AF01A10}"/>
              </a:ext>
            </a:extLst>
          </p:cNvPr>
          <p:cNvSpPr>
            <a:spLocks noGrp="1"/>
          </p:cNvSpPr>
          <p:nvPr>
            <p:ph sz="quarter" idx="12"/>
          </p:nvPr>
        </p:nvSpPr>
        <p:spPr>
          <a:xfrm>
            <a:off x="6336790" y="1664208"/>
            <a:ext cx="5367528"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4017876"/>
            <a:ext cx="12192000" cy="2840124"/>
          </a:xfrm>
          <a:solidFill>
            <a:srgbClr val="BFBFBF"/>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6" name="Text Placeholder 6">
            <a:extLst>
              <a:ext uri="{FF2B5EF4-FFF2-40B4-BE49-F238E27FC236}">
                <a16:creationId xmlns:a16="http://schemas.microsoft.com/office/drawing/2014/main" id="{58C2319C-828B-7BDB-3E81-D2F2AA817508}"/>
              </a:ext>
            </a:extLst>
          </p:cNvPr>
          <p:cNvSpPr>
            <a:spLocks noGrp="1"/>
          </p:cNvSpPr>
          <p:nvPr>
            <p:ph type="body" sz="quarter" idx="18"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9" name="Slide Number Placeholder 4">
            <a:extLst>
              <a:ext uri="{FF2B5EF4-FFF2-40B4-BE49-F238E27FC236}">
                <a16:creationId xmlns:a16="http://schemas.microsoft.com/office/drawing/2014/main" id="{C942CFEB-61B0-23CF-8006-05EC0406B51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1470411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8" orient="horz" pos="1046">
          <p15:clr>
            <a:srgbClr val="5ACBF0"/>
          </p15:clr>
        </p15:guide>
        <p15:guide id="9" pos="3688">
          <p15:clr>
            <a:srgbClr val="C35EA4"/>
          </p15:clr>
        </p15:guide>
        <p15:guide id="10" pos="3988">
          <p15:clr>
            <a:srgbClr val="C35EA4"/>
          </p15:clr>
        </p15:guide>
        <p15:guide id="11" orient="horz" pos="2528">
          <p15:clr>
            <a:srgbClr val="5ACBF0"/>
          </p15:clr>
        </p15:guide>
        <p15:guide id="12" orient="horz" pos="234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xt and Photo 7 - White Logo - Dark Mode">
    <p:bg>
      <p:bgPr>
        <a:solidFill>
          <a:srgbClr val="000000"/>
        </a:solidFill>
        <a:effectLst/>
      </p:bgPr>
    </p:bg>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DA5F4258-638C-A2E4-4F3D-F24B77A05D3D}"/>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4FBF9F0-7614-E749-A398-E9C1CFBEC3EF}"/>
              </a:ext>
            </a:extLst>
          </p:cNvPr>
          <p:cNvSpPr>
            <a:spLocks noGrp="1"/>
          </p:cNvSpPr>
          <p:nvPr>
            <p:ph type="title" hasCustomPrompt="1"/>
          </p:nvPr>
        </p:nvSpPr>
        <p:spPr/>
        <p:txBody>
          <a:bodyPr/>
          <a:lstStyle/>
          <a:p>
            <a:r>
              <a:rPr lang="en-US"/>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7AAC0D8-A8B2-0B4E-AAF4-E27A3AF01A10}"/>
              </a:ext>
            </a:extLst>
          </p:cNvPr>
          <p:cNvSpPr>
            <a:spLocks noGrp="1"/>
          </p:cNvSpPr>
          <p:nvPr>
            <p:ph sz="quarter" idx="12"/>
          </p:nvPr>
        </p:nvSpPr>
        <p:spPr>
          <a:xfrm>
            <a:off x="6336790" y="1664208"/>
            <a:ext cx="5367528"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0" y="4017876"/>
            <a:ext cx="12192000" cy="2840124"/>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
        <p:nvSpPr>
          <p:cNvPr id="6" name="Text Placeholder 6">
            <a:extLst>
              <a:ext uri="{FF2B5EF4-FFF2-40B4-BE49-F238E27FC236}">
                <a16:creationId xmlns:a16="http://schemas.microsoft.com/office/drawing/2014/main" id="{3B423C0C-0417-AC97-34FD-647FF62C4D8E}"/>
              </a:ext>
            </a:extLst>
          </p:cNvPr>
          <p:cNvSpPr>
            <a:spLocks noGrp="1"/>
          </p:cNvSpPr>
          <p:nvPr>
            <p:ph type="body" sz="quarter" idx="18" hasCustomPrompt="1"/>
          </p:nvPr>
        </p:nvSpPr>
        <p:spPr>
          <a:xfrm>
            <a:off x="484631" y="1033272"/>
            <a:ext cx="11219688" cy="347663"/>
          </a:xfrm>
        </p:spPr>
        <p:txBody>
          <a:bodyPr/>
          <a:lstStyle>
            <a:lvl1pPr marL="0" indent="0">
              <a:buFontTx/>
              <a:buNone/>
              <a:defRPr sz="1800"/>
            </a:lvl1pPr>
          </a:lstStyle>
          <a:p>
            <a:pPr lvl="0"/>
            <a:r>
              <a:rPr lang="en-US"/>
              <a:t>[Slide subtitle]</a:t>
            </a:r>
          </a:p>
        </p:txBody>
      </p:sp>
      <p:sp>
        <p:nvSpPr>
          <p:cNvPr id="9" name="Slide Number Placeholder 4">
            <a:extLst>
              <a:ext uri="{FF2B5EF4-FFF2-40B4-BE49-F238E27FC236}">
                <a16:creationId xmlns:a16="http://schemas.microsoft.com/office/drawing/2014/main" id="{F850D1A1-6E71-A8EC-2EB4-2ED9ADBA4420}"/>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FFFFFF"/>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2348060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8" orient="horz" pos="1046">
          <p15:clr>
            <a:srgbClr val="5ACBF0"/>
          </p15:clr>
        </p15:guide>
        <p15:guide id="9" pos="3688">
          <p15:clr>
            <a:srgbClr val="C35EA4"/>
          </p15:clr>
        </p15:guide>
        <p15:guide id="10" pos="3988">
          <p15:clr>
            <a:srgbClr val="C35EA4"/>
          </p15:clr>
        </p15:guide>
        <p15:guide id="11" orient="horz" pos="2528">
          <p15:clr>
            <a:srgbClr val="5ACBF0"/>
          </p15:clr>
        </p15:guide>
        <p15:guide id="12" orient="horz" pos="2346">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xt and Three Photos -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D147D76-56AA-4843-9440-7A3CABC76C8B}"/>
              </a:ext>
            </a:extLst>
          </p:cNvPr>
          <p:cNvSpPr>
            <a:spLocks noGrp="1"/>
          </p:cNvSpPr>
          <p:nvPr>
            <p:ph type="title" hasCustomPrompt="1"/>
          </p:nvPr>
        </p:nvSpPr>
        <p:spPr/>
        <p:txBody>
          <a:bodyPr/>
          <a:lstStyle/>
          <a:p>
            <a:r>
              <a:rPr lang="en-US"/>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8"/>
            <a:ext cx="3410712" cy="2057400"/>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4216"/>
            <a:ext cx="3410712" cy="2350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8"/>
            <a:ext cx="3410712" cy="2057400"/>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4216"/>
            <a:ext cx="3410712" cy="2350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8"/>
            <a:ext cx="3410712" cy="2057400"/>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4216"/>
            <a:ext cx="3410712" cy="2350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2048D913-F0B0-6C4C-892A-72E71568493A}"/>
              </a:ext>
            </a:extLst>
          </p:cNvPr>
          <p:cNvSpPr>
            <a:spLocks noGrp="1"/>
          </p:cNvSpPr>
          <p:nvPr>
            <p:ph type="body" sz="quarter" idx="18"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24350986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2454">
          <p15:clr>
            <a:srgbClr val="C35EA4"/>
          </p15:clr>
        </p15:guide>
        <p15:guide id="5" pos="2762">
          <p15:clr>
            <a:srgbClr val="C35EA4"/>
          </p15:clr>
        </p15:guide>
        <p15:guide id="6" pos="4914">
          <p15:clr>
            <a:srgbClr val="C35EA4"/>
          </p15:clr>
        </p15:guide>
        <p15:guide id="7" pos="5222">
          <p15:clr>
            <a:srgbClr val="C35EA4"/>
          </p15:clr>
        </p15:guide>
        <p15:guide id="8" orient="horz" pos="1046">
          <p15:clr>
            <a:srgbClr val="5ACBF0"/>
          </p15:clr>
        </p15:guide>
        <p15:guide id="9" orient="horz" pos="2346">
          <p15:clr>
            <a:srgbClr val="5ACBF0"/>
          </p15:clr>
        </p15:guide>
        <p15:guide id="10" orient="horz" pos="2526">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and Four Photos - Dark Mode">
    <p:bg>
      <p:bgPr>
        <a:solidFill>
          <a:srgbClr val="000000"/>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D7174A-4D51-184C-868E-A404AD179531}"/>
              </a:ext>
            </a:extLst>
          </p:cNvPr>
          <p:cNvSpPr>
            <a:spLocks noGrp="1"/>
          </p:cNvSpPr>
          <p:nvPr>
            <p:ph type="title" hasCustomPrompt="1"/>
          </p:nvPr>
        </p:nvSpPr>
        <p:spPr>
          <a:xfrm>
            <a:off x="484630" y="484632"/>
            <a:ext cx="11219688" cy="530352"/>
          </a:xfrm>
        </p:spPr>
        <p:txBody>
          <a:bodyPr/>
          <a:lstStyle/>
          <a:p>
            <a:r>
              <a:rPr lang="en-US"/>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8"/>
            <a:ext cx="2441448" cy="1472184"/>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8"/>
            <a:ext cx="2441448" cy="1472184"/>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8"/>
            <a:ext cx="2441448" cy="1472184"/>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8"/>
            <a:ext cx="2441448" cy="1472184"/>
          </a:xfrm>
          <a:solidFill>
            <a:srgbClr val="4D4D4D"/>
          </a:solidFill>
        </p:spPr>
        <p:txBody>
          <a:bodyPr anchor="ctr" anchorCtr="0">
            <a:normAutofit/>
          </a:bodyPr>
          <a:lstStyle>
            <a:lvl1pPr marL="0" indent="0" algn="ctr">
              <a:spcBef>
                <a:spcPts val="0"/>
              </a:spcBef>
              <a:buFontTx/>
              <a:buNone/>
              <a:defRPr sz="1000">
                <a:solidFill>
                  <a:schemeClr val="tx1"/>
                </a:solidFill>
              </a:defRPr>
            </a:lvl1pPr>
          </a:lstStyle>
          <a:p>
            <a:r>
              <a:rPr lang="en-US"/>
              <a:t>Click icon to add picture</a:t>
            </a:r>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63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6F92223C-FEB2-660E-A368-1B9929C9094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15" name="Text Placeholder 6">
            <a:extLst>
              <a:ext uri="{FF2B5EF4-FFF2-40B4-BE49-F238E27FC236}">
                <a16:creationId xmlns:a16="http://schemas.microsoft.com/office/drawing/2014/main" id="{755D8948-C945-9292-22F3-C62143628A41}"/>
              </a:ext>
            </a:extLst>
          </p:cNvPr>
          <p:cNvSpPr>
            <a:spLocks noGrp="1"/>
          </p:cNvSpPr>
          <p:nvPr>
            <p:ph type="body" sz="quarter" idx="18"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2854508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1844">
          <p15:clr>
            <a:srgbClr val="C35EA4"/>
          </p15:clr>
        </p15:guide>
        <p15:guide id="5" pos="2146">
          <p15:clr>
            <a:srgbClr val="C35EA4"/>
          </p15:clr>
        </p15:guide>
        <p15:guide id="6" pos="5530">
          <p15:clr>
            <a:srgbClr val="C35EA4"/>
          </p15:clr>
        </p15:guide>
        <p15:guide id="7" pos="5832">
          <p15:clr>
            <a:srgbClr val="C35EA4"/>
          </p15:clr>
        </p15:guide>
        <p15:guide id="8" pos="3688">
          <p15:clr>
            <a:srgbClr val="C35EA4"/>
          </p15:clr>
        </p15:guide>
        <p15:guide id="9" pos="3984">
          <p15:clr>
            <a:srgbClr val="C35EA4"/>
          </p15:clr>
        </p15:guide>
        <p15:guide id="10" orient="horz" pos="1046">
          <p15:clr>
            <a:srgbClr val="5ACBF0"/>
          </p15:clr>
        </p15:guide>
        <p15:guide id="11" orient="horz" pos="1976">
          <p15:clr>
            <a:srgbClr val="5ACBF0"/>
          </p15:clr>
        </p15:guide>
        <p15:guide id="12" orient="horz" pos="215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ig Photo - Dark Mode">
    <p:bg>
      <p:bgPr>
        <a:solidFill>
          <a:srgbClr val="000000"/>
        </a:solid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344B2BF-331D-F509-256A-7DB3626301C6}"/>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7" name="Picture Placeholder 1">
            <a:extLst>
              <a:ext uri="{FF2B5EF4-FFF2-40B4-BE49-F238E27FC236}">
                <a16:creationId xmlns:a16="http://schemas.microsoft.com/office/drawing/2014/main" id="{01336BB9-131E-EB4B-8700-C48DD8ACC019}"/>
              </a:ext>
            </a:extLst>
          </p:cNvPr>
          <p:cNvSpPr>
            <a:spLocks noGrp="1"/>
          </p:cNvSpPr>
          <p:nvPr>
            <p:ph type="pic" sz="quarter" idx="11"/>
          </p:nvPr>
        </p:nvSpPr>
        <p:spPr>
          <a:xfrm>
            <a:off x="0" y="-1"/>
            <a:ext cx="12192000" cy="6858001"/>
          </a:xfrm>
          <a:solidFill>
            <a:srgbClr val="BFBFBF"/>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p>
        </p:txBody>
      </p:sp>
      <p:sp>
        <p:nvSpPr>
          <p:cNvPr id="8" name="Title 2">
            <a:extLst>
              <a:ext uri="{FF2B5EF4-FFF2-40B4-BE49-F238E27FC236}">
                <a16:creationId xmlns:a16="http://schemas.microsoft.com/office/drawing/2014/main" id="{836F7C9C-7C26-3847-8589-D4E499D522C2}"/>
              </a:ext>
            </a:extLst>
          </p:cNvPr>
          <p:cNvSpPr>
            <a:spLocks noGrp="1"/>
          </p:cNvSpPr>
          <p:nvPr>
            <p:ph type="title" hasCustomPrompt="1"/>
          </p:nvPr>
        </p:nvSpPr>
        <p:spPr bwMode="gray"/>
        <p:txBody>
          <a:bodyPr/>
          <a:lstStyle>
            <a:lvl1pPr>
              <a:defRPr>
                <a:solidFill>
                  <a:schemeClr val="bg1"/>
                </a:solidFill>
              </a:defRPr>
            </a:lvl1pPr>
          </a:lstStyle>
          <a:p>
            <a:r>
              <a:rPr lang="en-US"/>
              <a:t>[Optional slide title]</a:t>
            </a:r>
          </a:p>
        </p:txBody>
      </p:sp>
      <p:sp>
        <p:nvSpPr>
          <p:cNvPr id="5" name="Slide Number Placeholder 4">
            <a:extLst>
              <a:ext uri="{FF2B5EF4-FFF2-40B4-BE49-F238E27FC236}">
                <a16:creationId xmlns:a16="http://schemas.microsoft.com/office/drawing/2014/main" id="{2AA4116A-CF71-840A-A398-1D502E47577C}"/>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3469953691"/>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Photo - White Logo - Dark Mode">
    <p:bg>
      <p:bgPr>
        <a:solidFill>
          <a:srgbClr val="000000"/>
        </a:solid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247FD51-A97A-5EF6-21E8-C554EED5ABA4}"/>
              </a:ext>
              <a:ext uri="{C183D7F6-B498-43B3-948B-1728B52AA6E4}">
                <adec:decorative xmlns:adec="http://schemas.microsoft.com/office/drawing/2017/decorative" val="1"/>
              </a:ext>
            </a:extLst>
          </p:cNvPr>
          <p:cNvSpPr/>
          <p:nvPr userDrawn="1"/>
        </p:nvSpPr>
        <p:spPr bwMode="white">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7" name="Picture Placeholder 1">
            <a:extLst>
              <a:ext uri="{FF2B5EF4-FFF2-40B4-BE49-F238E27FC236}">
                <a16:creationId xmlns:a16="http://schemas.microsoft.com/office/drawing/2014/main" id="{01336BB9-131E-EB4B-8700-C48DD8ACC019}"/>
              </a:ext>
            </a:extLst>
          </p:cNvPr>
          <p:cNvSpPr>
            <a:spLocks noGrp="1"/>
          </p:cNvSpPr>
          <p:nvPr>
            <p:ph type="pic" sz="quarter" idx="11"/>
          </p:nvPr>
        </p:nvSpPr>
        <p:spPr>
          <a:xfrm>
            <a:off x="0" y="-1"/>
            <a:ext cx="12192000" cy="6858001"/>
          </a:xfrm>
          <a:solidFill>
            <a:srgbClr val="4D4D4D"/>
          </a:solidFill>
        </p:spPr>
        <p:txBody>
          <a:bodyPr anchor="ctr" anchorCtr="0">
            <a:normAutofit/>
          </a:bodyPr>
          <a:lstStyle>
            <a:lvl1pPr marL="0" indent="0" algn="ctr">
              <a:spcBef>
                <a:spcPts val="0"/>
              </a:spcBef>
              <a:buFontTx/>
              <a:buNone/>
              <a:defRPr sz="1000" cap="none" baseline="0">
                <a:solidFill>
                  <a:schemeClr val="tx1"/>
                </a:solidFill>
              </a:defRPr>
            </a:lvl1pPr>
          </a:lstStyle>
          <a:p>
            <a:r>
              <a:rPr lang="en-US"/>
              <a:t>Click icon to add picture</a:t>
            </a:r>
          </a:p>
        </p:txBody>
      </p:sp>
      <p:sp>
        <p:nvSpPr>
          <p:cNvPr id="8" name="Title 2">
            <a:extLst>
              <a:ext uri="{FF2B5EF4-FFF2-40B4-BE49-F238E27FC236}">
                <a16:creationId xmlns:a16="http://schemas.microsoft.com/office/drawing/2014/main" id="{836F7C9C-7C26-3847-8589-D4E499D522C2}"/>
              </a:ext>
            </a:extLst>
          </p:cNvPr>
          <p:cNvSpPr>
            <a:spLocks noGrp="1"/>
          </p:cNvSpPr>
          <p:nvPr>
            <p:ph type="title" hasCustomPrompt="1"/>
          </p:nvPr>
        </p:nvSpPr>
        <p:spPr bwMode="gray"/>
        <p:txBody>
          <a:bodyPr/>
          <a:lstStyle>
            <a:lvl1pPr>
              <a:defRPr>
                <a:solidFill>
                  <a:schemeClr val="tx1"/>
                </a:solidFill>
              </a:defRPr>
            </a:lvl1pPr>
          </a:lstStyle>
          <a:p>
            <a:r>
              <a:rPr lang="en-US"/>
              <a:t>[Optional slide title]</a:t>
            </a:r>
          </a:p>
        </p:txBody>
      </p:sp>
      <p:sp>
        <p:nvSpPr>
          <p:cNvPr id="5" name="Slide Number Placeholder 4">
            <a:extLst>
              <a:ext uri="{FF2B5EF4-FFF2-40B4-BE49-F238E27FC236}">
                <a16:creationId xmlns:a16="http://schemas.microsoft.com/office/drawing/2014/main" id="{58426B1D-D503-E4D7-B1E3-E1EF2860DE2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FFFFFF"/>
                </a:solidFill>
              </a:defRPr>
            </a:lvl1pPr>
          </a:lstStyle>
          <a:p>
            <a:fld id="{836B39AA-EFE2-F246-9AEF-90AD81E90120}" type="slidenum">
              <a:rPr lang="en-US" smtClean="0"/>
              <a:pPr/>
              <a:t>‹#›</a:t>
            </a:fld>
            <a:endParaRPr lang="en-US"/>
          </a:p>
        </p:txBody>
      </p:sp>
    </p:spTree>
    <p:extLst>
      <p:ext uri="{BB962C8B-B14F-4D97-AF65-F5344CB8AC3E}">
        <p14:creationId xmlns:p14="http://schemas.microsoft.com/office/powerpoint/2010/main" val="453201392"/>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a:t>[Slide title]</a:t>
            </a:r>
          </a:p>
        </p:txBody>
      </p:sp>
      <p:sp>
        <p:nvSpPr>
          <p:cNvPr id="5" name="Text Placeholder 6">
            <a:extLst>
              <a:ext uri="{FF2B5EF4-FFF2-40B4-BE49-F238E27FC236}">
                <a16:creationId xmlns:a16="http://schemas.microsoft.com/office/drawing/2014/main" id="{8FF02301-5E21-2834-37E9-AE8CCF49ABC6}"/>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a:t>Footnote</a:t>
            </a:r>
          </a:p>
        </p:txBody>
      </p:sp>
      <p:sp>
        <p:nvSpPr>
          <p:cNvPr id="6" name="Text Placeholder 6">
            <a:extLst>
              <a:ext uri="{FF2B5EF4-FFF2-40B4-BE49-F238E27FC236}">
                <a16:creationId xmlns:a16="http://schemas.microsoft.com/office/drawing/2014/main" id="{929981A4-A296-4740-68EB-19CC758D0CB9}"/>
              </a:ext>
            </a:extLst>
          </p:cNvPr>
          <p:cNvSpPr>
            <a:spLocks noGrp="1"/>
          </p:cNvSpPr>
          <p:nvPr>
            <p:ph type="body" sz="quarter" idx="10" hasCustomPrompt="1"/>
          </p:nvPr>
        </p:nvSpPr>
        <p:spPr>
          <a:xfrm>
            <a:off x="484631" y="1033272"/>
            <a:ext cx="11219688" cy="347663"/>
          </a:xfrm>
        </p:spPr>
        <p:txBody>
          <a:bodyPr/>
          <a:lstStyle>
            <a:lvl1pPr marL="0" indent="0">
              <a:buFontTx/>
              <a:buNone/>
              <a:defRPr sz="1800"/>
            </a:lvl1pPr>
          </a:lstStyle>
          <a:p>
            <a:pPr lvl="0"/>
            <a:r>
              <a:rPr lang="en-US"/>
              <a:t>[Slide subtitle]</a:t>
            </a:r>
          </a:p>
        </p:txBody>
      </p:sp>
    </p:spTree>
    <p:extLst>
      <p:ext uri="{BB962C8B-B14F-4D97-AF65-F5344CB8AC3E}">
        <p14:creationId xmlns:p14="http://schemas.microsoft.com/office/powerpoint/2010/main" val="3738356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orient="horz" pos="676">
          <p15:clr>
            <a:srgbClr val="5ACBF0"/>
          </p15:clr>
        </p15:guide>
        <p15:guide id="3" orient="horz" pos="1418">
          <p15:clr>
            <a:srgbClr val="5ACBF0"/>
          </p15:clr>
        </p15:guide>
        <p15:guide id="4" orient="horz" pos="1788">
          <p15:clr>
            <a:srgbClr val="5ACBF0"/>
          </p15:clr>
        </p15:guide>
        <p15:guide id="5" orient="horz" pos="2160">
          <p15:clr>
            <a:srgbClr val="5ACBF0"/>
          </p15:clr>
        </p15:guide>
        <p15:guide id="6" orient="horz" pos="2530">
          <p15:clr>
            <a:srgbClr val="5ACBF0"/>
          </p15:clr>
        </p15:guide>
        <p15:guide id="7" orient="horz" pos="2902">
          <p15:clr>
            <a:srgbClr val="5ACBF0"/>
          </p15:clr>
        </p15:guide>
        <p15:guide id="8" orient="horz" pos="3272">
          <p15:clr>
            <a:srgbClr val="5ACBF0"/>
          </p15:clr>
        </p15:guide>
        <p15:guide id="9" orient="horz" pos="3644">
          <p15:clr>
            <a:srgbClr val="5ACBF0"/>
          </p15:clr>
        </p15:guide>
        <p15:guide id="10" pos="614">
          <p15:clr>
            <a:srgbClr val="C35EA4"/>
          </p15:clr>
        </p15:guide>
        <p15:guide id="11" pos="922">
          <p15:clr>
            <a:srgbClr val="C35EA4"/>
          </p15:clr>
        </p15:guide>
        <p15:guide id="12" pos="1228">
          <p15:clr>
            <a:srgbClr val="C35EA4"/>
          </p15:clr>
        </p15:guide>
        <p15:guide id="13" pos="1536">
          <p15:clr>
            <a:srgbClr val="C35EA4"/>
          </p15:clr>
        </p15:guide>
        <p15:guide id="14" pos="1842">
          <p15:clr>
            <a:srgbClr val="C35EA4"/>
          </p15:clr>
        </p15:guide>
        <p15:guide id="15" pos="2150">
          <p15:clr>
            <a:srgbClr val="C35EA4"/>
          </p15:clr>
        </p15:guide>
        <p15:guide id="16" pos="2458">
          <p15:clr>
            <a:srgbClr val="C35EA4"/>
          </p15:clr>
        </p15:guide>
        <p15:guide id="17" pos="2764">
          <p15:clr>
            <a:srgbClr val="C35EA4"/>
          </p15:clr>
        </p15:guide>
        <p15:guide id="18" pos="3072">
          <p15:clr>
            <a:srgbClr val="C35EA4"/>
          </p15:clr>
        </p15:guide>
        <p15:guide id="19" pos="3378">
          <p15:clr>
            <a:srgbClr val="C35EA4"/>
          </p15:clr>
        </p15:guide>
        <p15:guide id="20" pos="3686">
          <p15:clr>
            <a:srgbClr val="C35EA4"/>
          </p15:clr>
        </p15:guide>
        <p15:guide id="21" pos="3994">
          <p15:clr>
            <a:srgbClr val="C35EA4"/>
          </p15:clr>
        </p15:guide>
        <p15:guide id="22" pos="4300">
          <p15:clr>
            <a:srgbClr val="C35EA4"/>
          </p15:clr>
        </p15:guide>
        <p15:guide id="23" pos="4608">
          <p15:clr>
            <a:srgbClr val="C35EA4"/>
          </p15:clr>
        </p15:guide>
        <p15:guide id="24" pos="4914">
          <p15:clr>
            <a:srgbClr val="C35EA4"/>
          </p15:clr>
        </p15:guide>
        <p15:guide id="25" pos="5222">
          <p15:clr>
            <a:srgbClr val="C35EA4"/>
          </p15:clr>
        </p15:guide>
        <p15:guide id="26" pos="5530">
          <p15:clr>
            <a:srgbClr val="C35EA4"/>
          </p15:clr>
        </p15:guide>
        <p15:guide id="27" pos="5836">
          <p15:clr>
            <a:srgbClr val="C35EA4"/>
          </p15:clr>
        </p15:guide>
        <p15:guide id="28" pos="6144">
          <p15:clr>
            <a:srgbClr val="C35EA4"/>
          </p15:clr>
        </p15:guide>
        <p15:guide id="29" pos="6450">
          <p15:clr>
            <a:srgbClr val="C35EA4"/>
          </p15:clr>
        </p15:guide>
        <p15:guide id="30" pos="6758">
          <p15:clr>
            <a:srgbClr val="C35EA4"/>
          </p15:clr>
        </p15:guide>
        <p15:guide id="31" pos="7066">
          <p15:clr>
            <a:srgbClr val="C35EA4"/>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 Dark Mode">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3251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p15:clr>
            <a:srgbClr val="5ACBF0"/>
          </p15:clr>
        </p15:guide>
        <p15:guide id="2" orient="horz" pos="1418">
          <p15:clr>
            <a:srgbClr val="5ACBF0"/>
          </p15:clr>
        </p15:guide>
        <p15:guide id="3" orient="horz" pos="676">
          <p15:clr>
            <a:srgbClr val="5ACBF0"/>
          </p15:clr>
        </p15:guide>
        <p15:guide id="4" orient="horz" pos="1788">
          <p15:clr>
            <a:srgbClr val="5ACBF0"/>
          </p15:clr>
        </p15:guide>
        <p15:guide id="5" orient="horz" pos="2160">
          <p15:clr>
            <a:srgbClr val="5ACBF0"/>
          </p15:clr>
        </p15:guide>
        <p15:guide id="6" orient="horz" pos="2530">
          <p15:clr>
            <a:srgbClr val="5ACBF0"/>
          </p15:clr>
        </p15:guide>
        <p15:guide id="7" orient="horz" pos="2902">
          <p15:clr>
            <a:srgbClr val="5ACBF0"/>
          </p15:clr>
        </p15:guide>
        <p15:guide id="8" orient="horz" pos="3272">
          <p15:clr>
            <a:srgbClr val="5ACBF0"/>
          </p15:clr>
        </p15:guide>
        <p15:guide id="9" orient="horz" pos="3644">
          <p15:clr>
            <a:srgbClr val="5ACBF0"/>
          </p15:clr>
        </p15:guide>
        <p15:guide id="10" pos="614">
          <p15:clr>
            <a:srgbClr val="C35EA4"/>
          </p15:clr>
        </p15:guide>
        <p15:guide id="11" pos="922">
          <p15:clr>
            <a:srgbClr val="C35EA4"/>
          </p15:clr>
        </p15:guide>
        <p15:guide id="12" pos="1228">
          <p15:clr>
            <a:srgbClr val="C35EA4"/>
          </p15:clr>
        </p15:guide>
        <p15:guide id="13" pos="1536">
          <p15:clr>
            <a:srgbClr val="C35EA4"/>
          </p15:clr>
        </p15:guide>
        <p15:guide id="14" pos="1842">
          <p15:clr>
            <a:srgbClr val="C35EA4"/>
          </p15:clr>
        </p15:guide>
        <p15:guide id="15" pos="2150">
          <p15:clr>
            <a:srgbClr val="C35EA4"/>
          </p15:clr>
        </p15:guide>
        <p15:guide id="16" pos="2458">
          <p15:clr>
            <a:srgbClr val="C35EA4"/>
          </p15:clr>
        </p15:guide>
        <p15:guide id="17" pos="2764">
          <p15:clr>
            <a:srgbClr val="C35EA4"/>
          </p15:clr>
        </p15:guide>
        <p15:guide id="18" pos="3072">
          <p15:clr>
            <a:srgbClr val="C35EA4"/>
          </p15:clr>
        </p15:guide>
        <p15:guide id="19" pos="3378">
          <p15:clr>
            <a:srgbClr val="C35EA4"/>
          </p15:clr>
        </p15:guide>
        <p15:guide id="20" pos="3686">
          <p15:clr>
            <a:srgbClr val="C35EA4"/>
          </p15:clr>
        </p15:guide>
        <p15:guide id="21" pos="3994">
          <p15:clr>
            <a:srgbClr val="C35EA4"/>
          </p15:clr>
        </p15:guide>
        <p15:guide id="22" pos="4300">
          <p15:clr>
            <a:srgbClr val="C35EA4"/>
          </p15:clr>
        </p15:guide>
        <p15:guide id="23" pos="4608">
          <p15:clr>
            <a:srgbClr val="C35EA4"/>
          </p15:clr>
        </p15:guide>
        <p15:guide id="24" pos="4914">
          <p15:clr>
            <a:srgbClr val="C35EA4"/>
          </p15:clr>
        </p15:guide>
        <p15:guide id="25" pos="5222">
          <p15:clr>
            <a:srgbClr val="C35EA4"/>
          </p15:clr>
        </p15:guide>
        <p15:guide id="26" pos="5530">
          <p15:clr>
            <a:srgbClr val="C35EA4"/>
          </p15:clr>
        </p15:guide>
        <p15:guide id="27" pos="5836">
          <p15:clr>
            <a:srgbClr val="C35EA4"/>
          </p15:clr>
        </p15:guide>
        <p15:guide id="28" pos="6142">
          <p15:clr>
            <a:srgbClr val="C35EA4"/>
          </p15:clr>
        </p15:guide>
        <p15:guide id="29" pos="6450">
          <p15:clr>
            <a:srgbClr val="C35EA4"/>
          </p15:clr>
        </p15:guide>
        <p15:guide id="30" pos="6758">
          <p15:clr>
            <a:srgbClr val="C35EA4"/>
          </p15:clr>
        </p15:guide>
        <p15:guide id="31" pos="7066">
          <p15:clr>
            <a:srgbClr val="C35EA4"/>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7" name="Picture Placeholder 1">
            <a:extLst>
              <a:ext uri="{FF2B5EF4-FFF2-40B4-BE49-F238E27FC236}">
                <a16:creationId xmlns:a16="http://schemas.microsoft.com/office/drawing/2014/main" id="{59998453-B4D5-DACC-D241-CECAA3EF24E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0A76739-0DCE-ABE8-D854-00014F4ABC2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757345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6" name="Picture Placeholder 1">
            <a:extLst>
              <a:ext uri="{FF2B5EF4-FFF2-40B4-BE49-F238E27FC236}">
                <a16:creationId xmlns:a16="http://schemas.microsoft.com/office/drawing/2014/main" id="{05EDE982-F336-7E20-6DF9-53812213000E}"/>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57D254-1E73-A2D6-F236-342AEB2E6C81}"/>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697518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0">
              <a:srgbClr val="BD03F7"/>
            </a:gs>
            <a:gs pos="50000">
              <a:srgbClr val="E81245"/>
            </a:gs>
            <a:gs pos="100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6" name="Rectangle 5">
            <a:extLst>
              <a:ext uri="{FF2B5EF4-FFF2-40B4-BE49-F238E27FC236}">
                <a16:creationId xmlns:a16="http://schemas.microsoft.com/office/drawing/2014/main" id="{8E286925-5DD9-1E2B-5F44-A25A968CCF52}"/>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7" name="Picture Placeholder 1">
            <a:extLst>
              <a:ext uri="{FF2B5EF4-FFF2-40B4-BE49-F238E27FC236}">
                <a16:creationId xmlns:a16="http://schemas.microsoft.com/office/drawing/2014/main" id="{E3FB7ED8-F695-A4B7-E148-B96A6DE11A33}"/>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74F1C375-EBCE-A0FF-BE0A-A4DD461871A7}"/>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473481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6" name="Picture Placeholder 1">
            <a:extLst>
              <a:ext uri="{FF2B5EF4-FFF2-40B4-BE49-F238E27FC236}">
                <a16:creationId xmlns:a16="http://schemas.microsoft.com/office/drawing/2014/main" id="{C77720A7-722E-8225-94E0-F1A118F5CCF9}"/>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CAB76BDB-8D98-A7AD-A1F2-1E347F8BEAA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5384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12">
    <p:bg>
      <p:bgPr>
        <a:solidFill>
          <a:srgbClr val="000000"/>
        </a:solidFill>
        <a:effectLst/>
      </p:bgPr>
    </p:bg>
    <p:spTree>
      <p:nvGrpSpPr>
        <p:cNvPr id="1" name=""/>
        <p:cNvGrpSpPr/>
        <p:nvPr/>
      </p:nvGrpSpPr>
      <p:grpSpPr>
        <a:xfrm>
          <a:off x="0" y="0"/>
          <a:ext cx="0" cy="0"/>
          <a:chOff x="0" y="0"/>
          <a:chExt cx="0" cy="0"/>
        </a:xfrm>
      </p:grpSpPr>
      <p:sp>
        <p:nvSpPr>
          <p:cNvPr id="9" name="Gradient">
            <a:extLst>
              <a:ext uri="{FF2B5EF4-FFF2-40B4-BE49-F238E27FC236}">
                <a16:creationId xmlns:a16="http://schemas.microsoft.com/office/drawing/2014/main" id="{EDEDAC72-6F1A-57CE-B787-1C328A486B43}"/>
              </a:ext>
              <a:ext uri="{C183D7F6-B498-43B3-948B-1728B52AA6E4}">
                <adec:decorative xmlns:adec="http://schemas.microsoft.com/office/drawing/2017/decorative" val="1"/>
              </a:ext>
            </a:extLst>
          </p:cNvPr>
          <p:cNvSpPr/>
          <p:nvPr userDrawn="1"/>
        </p:nvSpPr>
        <p:spPr bwMode="hidden">
          <a:xfrm rot="10800000">
            <a:off x="0" y="0"/>
            <a:ext cx="12192000" cy="6858000"/>
          </a:xfrm>
          <a:prstGeom prst="rect">
            <a:avLst/>
          </a:prstGeom>
          <a:gradFill flip="none" rotWithShape="1">
            <a:gsLst>
              <a:gs pos="100000">
                <a:srgbClr val="0068FF"/>
              </a:gs>
              <a:gs pos="60000">
                <a:srgbClr val="000000"/>
              </a:gs>
              <a:gs pos="0">
                <a:srgbClr val="4F5A6C"/>
              </a:gs>
            </a:gsLst>
            <a:lin ang="1986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8" name="Picture Placeholder 1">
            <a:extLst>
              <a:ext uri="{FF2B5EF4-FFF2-40B4-BE49-F238E27FC236}">
                <a16:creationId xmlns:a16="http://schemas.microsoft.com/office/drawing/2014/main" id="{7A721001-9382-5F7E-52C0-8E353CA720A7}"/>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42DACC8-A6B5-1408-E065-B99457DCC75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629542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13">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gradFill flip="none" rotWithShape="1">
            <a:gsLst>
              <a:gs pos="100000">
                <a:srgbClr val="BD03F7"/>
              </a:gs>
              <a:gs pos="75000">
                <a:srgbClr val="000000"/>
              </a:gs>
              <a:gs pos="25000">
                <a:srgbClr val="4F5A6C"/>
              </a:gs>
            </a:gsLst>
            <a:lin ang="18420000" scaled="0"/>
            <a:tileRect/>
          </a:gra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9" name="Picture Placeholder 1">
            <a:extLst>
              <a:ext uri="{FF2B5EF4-FFF2-40B4-BE49-F238E27FC236}">
                <a16:creationId xmlns:a16="http://schemas.microsoft.com/office/drawing/2014/main" id="{1094142C-CEAF-5256-B465-89B66FA22B01}"/>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951607F5-56D3-6557-3539-0AA1CE897C58}"/>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770484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6" name="Picture Placeholder 1">
            <a:extLst>
              <a:ext uri="{FF2B5EF4-FFF2-40B4-BE49-F238E27FC236}">
                <a16:creationId xmlns:a16="http://schemas.microsoft.com/office/drawing/2014/main" id="{9E9ED26D-4107-BC5A-F0C7-817193C416F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D06ED6-C9B0-FCA1-1438-BD257F6D49A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44217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5" name="Picture Placeholder 1">
            <a:extLst>
              <a:ext uri="{FF2B5EF4-FFF2-40B4-BE49-F238E27FC236}">
                <a16:creationId xmlns:a16="http://schemas.microsoft.com/office/drawing/2014/main" id="{D2391E00-6A2C-6694-460B-1D662794A539}"/>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4DC56501-D321-A8E0-C8D4-CE9822A7B00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95240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itle Slide 16">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solidFill>
            <a:srgbClr val="000000"/>
          </a:soli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10" name="Picture Placeholder 1">
            <a:extLst>
              <a:ext uri="{FF2B5EF4-FFF2-40B4-BE49-F238E27FC236}">
                <a16:creationId xmlns:a16="http://schemas.microsoft.com/office/drawing/2014/main" id="{6D8904A8-BF0C-BDB0-7F0E-3670702AB78F}"/>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0BBB716-2E1B-BC45-9D8F-470A25D31E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30417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17">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CE7F463A-A5DC-229C-892F-6EE06E963640}"/>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7" name="Micron" descr="Micron">
            <a:extLst>
              <a:ext uri="{FF2B5EF4-FFF2-40B4-BE49-F238E27FC236}">
                <a16:creationId xmlns:a16="http://schemas.microsoft.com/office/drawing/2014/main" id="{869DFB9B-9453-95BF-40D6-03919825AB9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33649282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18">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8BD42BD6-8350-75CD-108C-1E5EE07AC4C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8" name="Micron" descr="Micron">
            <a:extLst>
              <a:ext uri="{FF2B5EF4-FFF2-40B4-BE49-F238E27FC236}">
                <a16:creationId xmlns:a16="http://schemas.microsoft.com/office/drawing/2014/main" id="{B1A211C0-FEF8-1EFC-06FD-8C3A7713CFB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24367351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19">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75B3C8D3-FD3D-2636-FABC-AC034E9EEB8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7" name="Micron" descr="Micron">
            <a:extLst>
              <a:ext uri="{FF2B5EF4-FFF2-40B4-BE49-F238E27FC236}">
                <a16:creationId xmlns:a16="http://schemas.microsoft.com/office/drawing/2014/main" id="{8776D53B-3D59-C69A-432A-A6B3AF511A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6458193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20">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FB5B4AF3-8C75-3228-99B7-A8DE81D7F882}"/>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8" name="Micron" descr="Micron">
            <a:extLst>
              <a:ext uri="{FF2B5EF4-FFF2-40B4-BE49-F238E27FC236}">
                <a16:creationId xmlns:a16="http://schemas.microsoft.com/office/drawing/2014/main" id="{DFDFA866-C644-212B-E9D8-FF035EDAAB7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3682391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21">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24EA8382-284F-1AB1-7660-3E7088A162D1}"/>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7" name="Micron" descr="Micron">
            <a:extLst>
              <a:ext uri="{FF2B5EF4-FFF2-40B4-BE49-F238E27FC236}">
                <a16:creationId xmlns:a16="http://schemas.microsoft.com/office/drawing/2014/main" id="{4E9081BD-4FAD-5190-9581-D5EA2A5141E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26831522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22">
    <p:bg>
      <p:bgPr>
        <a:solidFill>
          <a:schemeClr val="bg1"/>
        </a:solidFill>
        <a:effectLst/>
      </p:bgPr>
    </p:bg>
    <p:spTree>
      <p:nvGrpSpPr>
        <p:cNvPr id="1" name=""/>
        <p:cNvGrpSpPr/>
        <p:nvPr/>
      </p:nvGrpSpPr>
      <p:grpSpPr>
        <a:xfrm>
          <a:off x="0" y="0"/>
          <a:ext cx="0" cy="0"/>
          <a:chOff x="0" y="0"/>
          <a:chExt cx="0" cy="0"/>
        </a:xfrm>
      </p:grpSpPr>
      <p:pic>
        <p:nvPicPr>
          <p:cNvPr id="7" name="Picture">
            <a:extLst>
              <a:ext uri="{FF2B5EF4-FFF2-40B4-BE49-F238E27FC236}">
                <a16:creationId xmlns:a16="http://schemas.microsoft.com/office/drawing/2014/main" id="{10488547-E458-BA87-EB92-7604DF9B6474}"/>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8" name="Micron" descr="Micron">
            <a:extLst>
              <a:ext uri="{FF2B5EF4-FFF2-40B4-BE49-F238E27FC236}">
                <a16:creationId xmlns:a16="http://schemas.microsoft.com/office/drawing/2014/main" id="{C1A149BB-CC85-E687-4C42-BB0451B08A1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1690891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23">
    <p:bg>
      <p:bgPr>
        <a:solidFill>
          <a:schemeClr val="bg1"/>
        </a:solidFill>
        <a:effectLst/>
      </p:bgPr>
    </p:bg>
    <p:spTree>
      <p:nvGrpSpPr>
        <p:cNvPr id="1" name=""/>
        <p:cNvGrpSpPr/>
        <p:nvPr/>
      </p:nvGrpSpPr>
      <p:grpSpPr>
        <a:xfrm>
          <a:off x="0" y="0"/>
          <a:ext cx="0" cy="0"/>
          <a:chOff x="0" y="0"/>
          <a:chExt cx="0" cy="0"/>
        </a:xfrm>
      </p:grpSpPr>
      <p:pic>
        <p:nvPicPr>
          <p:cNvPr id="8" name="Picture">
            <a:extLst>
              <a:ext uri="{FF2B5EF4-FFF2-40B4-BE49-F238E27FC236}">
                <a16:creationId xmlns:a16="http://schemas.microsoft.com/office/drawing/2014/main" id="{01D4BE22-3DA3-A612-1F39-9349C0F9A0A2}"/>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bwMode="hidden">
          <a:xfrm>
            <a:off x="0" y="0"/>
            <a:ext cx="12192000" cy="6858000"/>
          </a:xfrm>
          <a:prstGeom prst="rect">
            <a:avLst/>
          </a:prstGeom>
        </p:spPr>
      </p:pic>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pic>
        <p:nvPicPr>
          <p:cNvPr id="7" name="Micron" descr="Micron">
            <a:extLst>
              <a:ext uri="{FF2B5EF4-FFF2-40B4-BE49-F238E27FC236}">
                <a16:creationId xmlns:a16="http://schemas.microsoft.com/office/drawing/2014/main" id="{021014B5-A864-F064-8D6C-B76DF635FC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78282" y="6085353"/>
            <a:ext cx="1362456" cy="295094"/>
          </a:xfrm>
          <a:prstGeom prst="rect">
            <a:avLst/>
          </a:prstGeom>
        </p:spPr>
      </p:pic>
    </p:spTree>
    <p:extLst>
      <p:ext uri="{BB962C8B-B14F-4D97-AF65-F5344CB8AC3E}">
        <p14:creationId xmlns:p14="http://schemas.microsoft.com/office/powerpoint/2010/main" val="13466257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p15:clr>
            <a:srgbClr val="C35EA4"/>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End Slide IA Tagline - Dark Mode ">
    <p:bg>
      <p:bgPr>
        <a:solidFill>
          <a:srgbClr val="000000"/>
        </a:solidFill>
        <a:effectLst/>
      </p:bgPr>
    </p:bg>
    <p:spTree>
      <p:nvGrpSpPr>
        <p:cNvPr id="1" name=""/>
        <p:cNvGrpSpPr/>
        <p:nvPr/>
      </p:nvGrpSpPr>
      <p:grpSpPr>
        <a:xfrm>
          <a:off x="0" y="0"/>
          <a:ext cx="0" cy="0"/>
          <a:chOff x="0" y="0"/>
          <a:chExt cx="0" cy="0"/>
        </a:xfrm>
      </p:grpSpPr>
      <p:sp>
        <p:nvSpPr>
          <p:cNvPr id="2" name="Legal">
            <a:extLst>
              <a:ext uri="{FF2B5EF4-FFF2-40B4-BE49-F238E27FC236}">
                <a16:creationId xmlns:a16="http://schemas.microsoft.com/office/drawing/2014/main" id="{E3581ACC-E272-F645-9FF0-9812EE8F4B27}"/>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a:t>© 2026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pic>
        <p:nvPicPr>
          <p:cNvPr id="6" name="Picture 5" descr="A white letter on black background&#10;&#10;AI-generated content may be incorrect.">
            <a:extLst>
              <a:ext uri="{FF2B5EF4-FFF2-40B4-BE49-F238E27FC236}">
                <a16:creationId xmlns:a16="http://schemas.microsoft.com/office/drawing/2014/main" id="{3C2F93BD-11DD-2341-181C-9E6B08D4E6F4}"/>
              </a:ext>
            </a:extLst>
          </p:cNvPr>
          <p:cNvPicPr>
            <a:picLocks noChangeAspect="1"/>
          </p:cNvPicPr>
          <p:nvPr userDrawn="1"/>
        </p:nvPicPr>
        <p:blipFill>
          <a:blip r:embed="rId2"/>
          <a:stretch>
            <a:fillRect/>
          </a:stretch>
        </p:blipFill>
        <p:spPr>
          <a:xfrm>
            <a:off x="481330" y="4762885"/>
            <a:ext cx="3206087" cy="440940"/>
          </a:xfrm>
          <a:prstGeom prst="rect">
            <a:avLst/>
          </a:prstGeom>
        </p:spPr>
      </p:pic>
    </p:spTree>
    <p:extLst>
      <p:ext uri="{BB962C8B-B14F-4D97-AF65-F5344CB8AC3E}">
        <p14:creationId xmlns:p14="http://schemas.microsoft.com/office/powerpoint/2010/main" val="39808957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p15:clr>
            <a:srgbClr val="C35EA4"/>
          </p15:clr>
        </p15:guide>
        <p15:guide id="5" orient="horz" pos="3272">
          <p15:clr>
            <a:srgbClr val="5ACBF0"/>
          </p15:clr>
        </p15:guide>
        <p15:guide id="6" orient="horz" pos="2528">
          <p15:clr>
            <a:srgbClr val="5ACBF0"/>
          </p15:clr>
        </p15:guide>
        <p15:guide id="7" orient="horz" pos="1790">
          <p15:clr>
            <a:srgbClr val="5ACBF0"/>
          </p15:clr>
        </p15:guide>
        <p15:guide id="8" orient="horz" pos="1046">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FCCD2181-5CAF-957B-B89B-A4AE1FB7E68A}"/>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Legal">
            <a:extLst>
              <a:ext uri="{FF2B5EF4-FFF2-40B4-BE49-F238E27FC236}">
                <a16:creationId xmlns:a16="http://schemas.microsoft.com/office/drawing/2014/main" id="{D9C3730C-15F6-C8EB-DDF1-3FD8CD296F1F}"/>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a:t>© 2026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2276690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p15:clr>
            <a:srgbClr val="C35EA4"/>
          </p15:clr>
        </p15:guide>
        <p15:guide id="5" orient="horz" pos="3272">
          <p15:clr>
            <a:srgbClr val="5ACBF0"/>
          </p15:clr>
        </p15:guide>
        <p15:guide id="6" orient="horz" pos="2528">
          <p15:clr>
            <a:srgbClr val="5ACBF0"/>
          </p15:clr>
        </p15:guide>
        <p15:guide id="7" orient="horz" pos="1790">
          <p15:clr>
            <a:srgbClr val="5ACBF0"/>
          </p15:clr>
        </p15:guide>
        <p15:guide id="8" orient="horz" pos="1046">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Title Slide 16 - IA tagline">
    <p:bg>
      <p:bgPr>
        <a:solidFill>
          <a:srgbClr val="000000"/>
        </a:solidFill>
        <a:effectLst/>
      </p:bgPr>
    </p:bg>
    <p:spTree>
      <p:nvGrpSpPr>
        <p:cNvPr id="1" name=""/>
        <p:cNvGrpSpPr/>
        <p:nvPr/>
      </p:nvGrpSpPr>
      <p:grpSpPr>
        <a:xfrm>
          <a:off x="0" y="0"/>
          <a:ext cx="0" cy="0"/>
          <a:chOff x="0" y="0"/>
          <a:chExt cx="0" cy="0"/>
        </a:xfrm>
      </p:grpSpPr>
      <p:sp>
        <p:nvSpPr>
          <p:cNvPr id="8" name="Gradient">
            <a:extLst>
              <a:ext uri="{FF2B5EF4-FFF2-40B4-BE49-F238E27FC236}">
                <a16:creationId xmlns:a16="http://schemas.microsoft.com/office/drawing/2014/main" id="{B92C3CC2-A78D-F12C-1C5F-EB07B283AC11}"/>
              </a:ext>
              <a:ext uri="{C183D7F6-B498-43B3-948B-1728B52AA6E4}">
                <adec:decorative xmlns:adec="http://schemas.microsoft.com/office/drawing/2017/decorative" val="1"/>
              </a:ext>
            </a:extLst>
          </p:cNvPr>
          <p:cNvSpPr/>
          <p:nvPr userDrawn="1"/>
        </p:nvSpPr>
        <p:spPr bwMode="hidden">
          <a:xfrm rot="10800000">
            <a:off x="0" y="2"/>
            <a:ext cx="12192000" cy="6857998"/>
          </a:xfrm>
          <a:prstGeom prst="rect">
            <a:avLst/>
          </a:prstGeom>
          <a:solidFill>
            <a:srgbClr val="000000"/>
          </a:solidFill>
          <a:ln w="1270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a:t>[Month 00, 0000]</a:t>
            </a:r>
            <a:br>
              <a:rPr lang="en-US"/>
            </a:br>
            <a:r>
              <a:rPr lang="en-US"/>
              <a:t>[Presenter Name]</a:t>
            </a:r>
            <a:br>
              <a:rPr lang="en-US"/>
            </a:br>
            <a:r>
              <a:rPr lang="en-US"/>
              <a:t>[Title]</a:t>
            </a:r>
          </a:p>
        </p:txBody>
      </p:sp>
      <p:sp>
        <p:nvSpPr>
          <p:cNvPr id="10" name="Picture Placeholder 1">
            <a:extLst>
              <a:ext uri="{FF2B5EF4-FFF2-40B4-BE49-F238E27FC236}">
                <a16:creationId xmlns:a16="http://schemas.microsoft.com/office/drawing/2014/main" id="{6D8904A8-BF0C-BDB0-7F0E-3670702AB78F}"/>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6" name="Picture 5" descr="A white letter on black background&#10;&#10;AI-generated content may be incorrect.">
            <a:extLst>
              <a:ext uri="{FF2B5EF4-FFF2-40B4-BE49-F238E27FC236}">
                <a16:creationId xmlns:a16="http://schemas.microsoft.com/office/drawing/2014/main" id="{F1C74F42-0414-9398-8C37-60B4D9978DF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7207865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 and sub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DDA4B-48C9-B74F-859B-998DF679EE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1036DC-2B3D-6646-8F58-B439696BB87B}"/>
              </a:ext>
            </a:extLst>
          </p:cNvPr>
          <p:cNvSpPr>
            <a:spLocks noGrp="1"/>
          </p:cNvSpPr>
          <p:nvPr>
            <p:ph type="dt" sz="half" idx="10"/>
          </p:nvPr>
        </p:nvSpPr>
        <p:spPr/>
        <p:txBody>
          <a:bodyPr/>
          <a:lstStyle/>
          <a:p>
            <a:fld id="{B8FDEC20-994C-6747-9500-226CB0C467E7}" type="datetime4">
              <a:rPr lang="en-US" smtClean="0"/>
              <a:t>May 2, 2026</a:t>
            </a:fld>
            <a:endParaRPr lang="en-US"/>
          </a:p>
        </p:txBody>
      </p:sp>
      <p:sp>
        <p:nvSpPr>
          <p:cNvPr id="4" name="Footer Placeholder 3">
            <a:extLst>
              <a:ext uri="{FF2B5EF4-FFF2-40B4-BE49-F238E27FC236}">
                <a16:creationId xmlns:a16="http://schemas.microsoft.com/office/drawing/2014/main" id="{6A6D1E84-8AE5-A943-94AF-C6A68C7197AE}"/>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5F64FB25-39FF-8B49-A982-37EB7A333760}"/>
              </a:ext>
            </a:extLst>
          </p:cNvPr>
          <p:cNvSpPr>
            <a:spLocks noGrp="1"/>
          </p:cNvSpPr>
          <p:nvPr>
            <p:ph type="sldNum" sz="quarter" idx="12"/>
          </p:nvPr>
        </p:nvSpPr>
        <p:spPr/>
        <p:txBody>
          <a:bodyPr/>
          <a:lstStyle/>
          <a:p>
            <a:fld id="{B7E7695C-FCF1-4AA0-9B93-7941FED13DC4}" type="slidenum">
              <a:rPr lang="en-US" smtClean="0"/>
              <a:pPr/>
              <a:t>‹#›</a:t>
            </a:fld>
            <a:endParaRPr lang="en-US"/>
          </a:p>
        </p:txBody>
      </p:sp>
      <p:sp>
        <p:nvSpPr>
          <p:cNvPr id="7" name="Text Placeholder 6">
            <a:extLst>
              <a:ext uri="{FF2B5EF4-FFF2-40B4-BE49-F238E27FC236}">
                <a16:creationId xmlns:a16="http://schemas.microsoft.com/office/drawing/2014/main" id="{AA01A914-C393-0D42-983A-BAC555BFC9E8}"/>
              </a:ext>
            </a:extLst>
          </p:cNvPr>
          <p:cNvSpPr>
            <a:spLocks noGrp="1"/>
          </p:cNvSpPr>
          <p:nvPr>
            <p:ph type="body" sz="quarter" idx="13" hasCustomPrompt="1"/>
          </p:nvPr>
        </p:nvSpPr>
        <p:spPr>
          <a:xfrm>
            <a:off x="344424" y="1061615"/>
            <a:ext cx="11503152" cy="400110"/>
          </a:xfrm>
          <a:prstGeom prst="rect">
            <a:avLst/>
          </a:prstGeom>
        </p:spPr>
        <p:txBody>
          <a:bodyPr>
            <a:spAutoFit/>
          </a:bodyPr>
          <a:lstStyle>
            <a:lvl1pPr marL="0" indent="0">
              <a:buNone/>
              <a:defRPr sz="2000" b="0" spc="0" baseline="0"/>
            </a:lvl1pPr>
          </a:lstStyle>
          <a:p>
            <a:pPr lvl="0"/>
            <a:r>
              <a:rPr lang="en-US"/>
              <a:t>Click to add subtitle</a:t>
            </a:r>
          </a:p>
        </p:txBody>
      </p:sp>
    </p:spTree>
    <p:extLst>
      <p:ext uri="{BB962C8B-B14F-4D97-AF65-F5344CB8AC3E}">
        <p14:creationId xmlns:p14="http://schemas.microsoft.com/office/powerpoint/2010/main" val="353303276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87" Type="http://schemas.openxmlformats.org/officeDocument/2006/relationships/slideLayout" Target="../slideLayouts/slideLayout87.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a:solidFill>
                <a:schemeClr val="tx1"/>
              </a:solidFill>
            </a:endParaRPr>
          </a:p>
        </p:txBody>
      </p:sp>
      <p:sp>
        <p:nvSpPr>
          <p:cNvPr id="5" name="Micron" descr="Micron">
            <a:extLst>
              <a:ext uri="{FF2B5EF4-FFF2-40B4-BE49-F238E27FC236}">
                <a16:creationId xmlns:a16="http://schemas.microsoft.com/office/drawing/2014/main" id="{F328EDAC-118F-F79F-21AA-002A193D35BB}"/>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TextBox 6">
            <a:extLst>
              <a:ext uri="{FF2B5EF4-FFF2-40B4-BE49-F238E27FC236}">
                <a16:creationId xmlns:a16="http://schemas.microsoft.com/office/drawing/2014/main" id="{7651DF82-089E-9E3C-F2B2-41F6110DA6E7}"/>
              </a:ext>
            </a:extLst>
          </p:cNvPr>
          <p:cNvSpPr txBox="1"/>
          <p:nvPr userDrawn="1">
            <p:extLst>
              <p:ext uri="{1162E1C5-73C7-4A58-AE30-91384D911F3F}">
                <p184:classification xmlns:p184="http://schemas.microsoft.com/office/powerpoint/2018/4/main" val="hdr"/>
              </p:ext>
            </p:extLst>
          </p:nvPr>
        </p:nvSpPr>
        <p:spPr>
          <a:xfrm>
            <a:off x="0" y="44381"/>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
        <p:nvSpPr>
          <p:cNvPr id="4" name="TextBox 7">
            <a:extLst>
              <a:ext uri="{FF2B5EF4-FFF2-40B4-BE49-F238E27FC236}">
                <a16:creationId xmlns:a16="http://schemas.microsoft.com/office/drawing/2014/main" id="{0BFAD972-F33F-6234-AC3D-9A6ED8DF4E9A}"/>
              </a:ext>
            </a:extLst>
          </p:cNvPr>
          <p:cNvSpPr txBox="1"/>
          <p:nvPr userDrawn="1">
            <p:extLst>
              <p:ext uri="{1162E1C5-73C7-4A58-AE30-91384D911F3F}">
                <p184:classification xmlns:p184="http://schemas.microsoft.com/office/powerpoint/2018/4/main" val="ftr"/>
              </p:ext>
            </p:extLst>
          </p:nvPr>
        </p:nvSpPr>
        <p:spPr>
          <a:xfrm>
            <a:off x="0" y="6675120"/>
            <a:ext cx="1341438" cy="138499"/>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Micron Confidential</a:t>
            </a:r>
          </a:p>
        </p:txBody>
      </p:sp>
    </p:spTree>
    <p:extLst>
      <p:ext uri="{BB962C8B-B14F-4D97-AF65-F5344CB8AC3E}">
        <p14:creationId xmlns:p14="http://schemas.microsoft.com/office/powerpoint/2010/main" val="1402075866"/>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 id="2147483872" r:id="rId17"/>
    <p:sldLayoutId id="2147483873" r:id="rId18"/>
    <p:sldLayoutId id="2147483874" r:id="rId19"/>
    <p:sldLayoutId id="2147483875" r:id="rId20"/>
    <p:sldLayoutId id="2147483876" r:id="rId21"/>
    <p:sldLayoutId id="2147483877" r:id="rId22"/>
    <p:sldLayoutId id="2147483878" r:id="rId23"/>
    <p:sldLayoutId id="2147483879" r:id="rId24"/>
    <p:sldLayoutId id="2147483880" r:id="rId25"/>
    <p:sldLayoutId id="2147483881" r:id="rId26"/>
    <p:sldLayoutId id="2147483882" r:id="rId27"/>
    <p:sldLayoutId id="2147483883" r:id="rId28"/>
    <p:sldLayoutId id="2147483884" r:id="rId29"/>
    <p:sldLayoutId id="2147483885" r:id="rId30"/>
    <p:sldLayoutId id="2147483886" r:id="rId31"/>
    <p:sldLayoutId id="2147483887" r:id="rId32"/>
    <p:sldLayoutId id="2147483888" r:id="rId33"/>
    <p:sldLayoutId id="2147483889" r:id="rId34"/>
    <p:sldLayoutId id="2147483890" r:id="rId35"/>
    <p:sldLayoutId id="2147483891" r:id="rId36"/>
    <p:sldLayoutId id="2147483892" r:id="rId37"/>
    <p:sldLayoutId id="2147483893" r:id="rId38"/>
    <p:sldLayoutId id="2147483894" r:id="rId39"/>
    <p:sldLayoutId id="2147483895" r:id="rId40"/>
    <p:sldLayoutId id="2147483896" r:id="rId41"/>
    <p:sldLayoutId id="2147483897" r:id="rId42"/>
    <p:sldLayoutId id="2147483898" r:id="rId43"/>
    <p:sldLayoutId id="2147483899" r:id="rId44"/>
    <p:sldLayoutId id="2147483900" r:id="rId45"/>
    <p:sldLayoutId id="2147483901" r:id="rId46"/>
    <p:sldLayoutId id="2147483902" r:id="rId47"/>
    <p:sldLayoutId id="2147483903" r:id="rId48"/>
    <p:sldLayoutId id="2147483904" r:id="rId49"/>
    <p:sldLayoutId id="2147483905" r:id="rId50"/>
    <p:sldLayoutId id="2147483906" r:id="rId51"/>
    <p:sldLayoutId id="2147483907" r:id="rId52"/>
    <p:sldLayoutId id="2147483908" r:id="rId53"/>
    <p:sldLayoutId id="2147483909" r:id="rId54"/>
    <p:sldLayoutId id="2147483910" r:id="rId55"/>
    <p:sldLayoutId id="2147483911" r:id="rId56"/>
    <p:sldLayoutId id="2147483912" r:id="rId57"/>
    <p:sldLayoutId id="2147483913" r:id="rId58"/>
    <p:sldLayoutId id="2147483914" r:id="rId59"/>
    <p:sldLayoutId id="2147483915" r:id="rId60"/>
    <p:sldLayoutId id="2147483916" r:id="rId61"/>
    <p:sldLayoutId id="2147483917" r:id="rId62"/>
    <p:sldLayoutId id="2147483918" r:id="rId63"/>
    <p:sldLayoutId id="2147483919" r:id="rId64"/>
    <p:sldLayoutId id="2147483920" r:id="rId65"/>
    <p:sldLayoutId id="2147483921" r:id="rId66"/>
    <p:sldLayoutId id="2147483922" r:id="rId67"/>
    <p:sldLayoutId id="2147483923" r:id="rId68"/>
    <p:sldLayoutId id="2147483924" r:id="rId69"/>
    <p:sldLayoutId id="2147483925" r:id="rId70"/>
    <p:sldLayoutId id="2147483926" r:id="rId71"/>
    <p:sldLayoutId id="2147483927" r:id="rId72"/>
    <p:sldLayoutId id="2147483928" r:id="rId73"/>
    <p:sldLayoutId id="2147483929" r:id="rId74"/>
    <p:sldLayoutId id="2147483930" r:id="rId75"/>
    <p:sldLayoutId id="2147483931" r:id="rId76"/>
    <p:sldLayoutId id="2147483932" r:id="rId77"/>
    <p:sldLayoutId id="2147483933" r:id="rId78"/>
    <p:sldLayoutId id="2147483934" r:id="rId79"/>
    <p:sldLayoutId id="2147483935" r:id="rId80"/>
    <p:sldLayoutId id="2147483936" r:id="rId81"/>
    <p:sldLayoutId id="2147483937" r:id="rId82"/>
    <p:sldLayoutId id="2147483938" r:id="rId83"/>
    <p:sldLayoutId id="2147483939" r:id="rId84"/>
    <p:sldLayoutId id="2147483940" r:id="rId85"/>
    <p:sldLayoutId id="2147483941" r:id="rId86"/>
    <p:sldLayoutId id="2147483942" r:id="rId87"/>
    <p:sldLayoutId id="2147483943" r:id="rId88"/>
    <p:sldLayoutId id="2147483944" r:id="rId89"/>
    <p:sldLayoutId id="2147483945" r:id="rId90"/>
    <p:sldLayoutId id="2147483946" r:id="rId91"/>
    <p:sldLayoutId id="2147483947" r:id="rId92"/>
    <p:sldLayoutId id="2147483948" r:id="rId93"/>
    <p:sldLayoutId id="2147483949" r:id="rId94"/>
    <p:sldLayoutId id="2147483950" r:id="rId95"/>
    <p:sldLayoutId id="2147483951" r:id="rId96"/>
    <p:sldLayoutId id="2147483952" r:id="rId97"/>
    <p:sldLayoutId id="2147483953" r:id="rId98"/>
    <p:sldLayoutId id="2147483954" r:id="rId99"/>
    <p:sldLayoutId id="2147483955" r:id="rId100"/>
    <p:sldLayoutId id="2147483956" r:id="rId101"/>
    <p:sldLayoutId id="2147483959" r:id="rId102"/>
    <p:sldLayoutId id="2147483957" r:id="rId103"/>
    <p:sldLayoutId id="2147483958" r:id="rId104"/>
    <p:sldLayoutId id="2147483976" r:id="rId105"/>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p15:clr>
            <a:srgbClr val="F26B43"/>
          </p15:clr>
        </p15:guide>
        <p15:guide id="3" pos="7374">
          <p15:clr>
            <a:srgbClr val="F26B43"/>
          </p15:clr>
        </p15:guide>
        <p15:guide id="4" orient="horz" pos="4014">
          <p15:clr>
            <a:srgbClr val="F26B43"/>
          </p15:clr>
        </p15:guide>
        <p15:guide id="5" orient="horz" pos="30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xml"/><Relationship Id="rId1" Type="http://schemas.openxmlformats.org/officeDocument/2006/relationships/slideLayout" Target="../slideLayouts/slideLayout104.xml"/></Relationships>
</file>

<file path=ppt/slides/_rels/slide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1.xml"/><Relationship Id="rId4" Type="http://schemas.openxmlformats.org/officeDocument/2006/relationships/hyperlink" Target="https://micron.atlassian.net/browse/SDIRECTOR-1594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5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customXml" Target="../ink/ink1.xml"/><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55.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28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3" Type="http://schemas.openxmlformats.org/officeDocument/2006/relationships/hyperlink" Target="https://www.qt.io/pricing" TargetMode="External"/><Relationship Id="rId2" Type="http://schemas.openxmlformats.org/officeDocument/2006/relationships/notesSlide" Target="../notesSlides/notesSlide4.xml"/><Relationship Id="rId1" Type="http://schemas.openxmlformats.org/officeDocument/2006/relationships/slideLayout" Target="../slideLayouts/slideLayout5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5.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05.xml"/><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8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52.png"/><Relationship Id="rId18" Type="http://schemas.openxmlformats.org/officeDocument/2006/relationships/customXml" Target="../ink/ink12.xml"/><Relationship Id="rId26" Type="http://schemas.openxmlformats.org/officeDocument/2006/relationships/customXml" Target="../ink/ink20.xml"/><Relationship Id="rId39" Type="http://schemas.openxmlformats.org/officeDocument/2006/relationships/customXml" Target="../ink/ink33.xml"/><Relationship Id="rId3" Type="http://schemas.openxmlformats.org/officeDocument/2006/relationships/image" Target="../media/image38.png"/><Relationship Id="rId21" Type="http://schemas.openxmlformats.org/officeDocument/2006/relationships/customXml" Target="../ink/ink15.xml"/><Relationship Id="rId34" Type="http://schemas.openxmlformats.org/officeDocument/2006/relationships/customXml" Target="../ink/ink28.xml"/><Relationship Id="rId7" Type="http://schemas.openxmlformats.org/officeDocument/2006/relationships/image" Target="../media/image520.png"/><Relationship Id="rId12" Type="http://schemas.openxmlformats.org/officeDocument/2006/relationships/customXml" Target="../ink/ink9.xml"/><Relationship Id="rId17" Type="http://schemas.openxmlformats.org/officeDocument/2006/relationships/customXml" Target="../ink/ink11.xml"/><Relationship Id="rId25" Type="http://schemas.openxmlformats.org/officeDocument/2006/relationships/customXml" Target="../ink/ink19.xml"/><Relationship Id="rId33" Type="http://schemas.openxmlformats.org/officeDocument/2006/relationships/customXml" Target="../ink/ink27.xml"/><Relationship Id="rId38" Type="http://schemas.openxmlformats.org/officeDocument/2006/relationships/customXml" Target="../ink/ink32.xml"/><Relationship Id="rId2" Type="http://schemas.openxmlformats.org/officeDocument/2006/relationships/image" Target="../media/image37.png"/><Relationship Id="rId16" Type="http://schemas.openxmlformats.org/officeDocument/2006/relationships/image" Target="../media/image550.png"/><Relationship Id="rId20" Type="http://schemas.openxmlformats.org/officeDocument/2006/relationships/customXml" Target="../ink/ink14.xml"/><Relationship Id="rId29" Type="http://schemas.openxmlformats.org/officeDocument/2006/relationships/customXml" Target="../ink/ink23.xml"/><Relationship Id="rId41" Type="http://schemas.openxmlformats.org/officeDocument/2006/relationships/image" Target="../media/image54.png"/><Relationship Id="rId1" Type="http://schemas.openxmlformats.org/officeDocument/2006/relationships/slideLayout" Target="../slideLayouts/slideLayout84.xml"/><Relationship Id="rId6" Type="http://schemas.openxmlformats.org/officeDocument/2006/relationships/customXml" Target="../ink/ink4.xml"/><Relationship Id="rId11" Type="http://schemas.openxmlformats.org/officeDocument/2006/relationships/customXml" Target="../ink/ink8.xml"/><Relationship Id="rId24" Type="http://schemas.openxmlformats.org/officeDocument/2006/relationships/customXml" Target="../ink/ink18.xml"/><Relationship Id="rId32" Type="http://schemas.openxmlformats.org/officeDocument/2006/relationships/customXml" Target="../ink/ink26.xml"/><Relationship Id="rId37" Type="http://schemas.openxmlformats.org/officeDocument/2006/relationships/customXml" Target="../ink/ink31.xml"/><Relationship Id="rId40" Type="http://schemas.openxmlformats.org/officeDocument/2006/relationships/image" Target="../media/image40.png"/><Relationship Id="rId5" Type="http://schemas.openxmlformats.org/officeDocument/2006/relationships/image" Target="../media/image51.png"/><Relationship Id="rId15" Type="http://schemas.openxmlformats.org/officeDocument/2006/relationships/customXml" Target="../ink/ink10.xml"/><Relationship Id="rId23" Type="http://schemas.openxmlformats.org/officeDocument/2006/relationships/customXml" Target="../ink/ink17.xml"/><Relationship Id="rId28" Type="http://schemas.openxmlformats.org/officeDocument/2006/relationships/customXml" Target="../ink/ink22.xml"/><Relationship Id="rId36" Type="http://schemas.openxmlformats.org/officeDocument/2006/relationships/customXml" Target="../ink/ink30.xml"/><Relationship Id="rId10" Type="http://schemas.openxmlformats.org/officeDocument/2006/relationships/customXml" Target="../ink/ink7.xml"/><Relationship Id="rId19" Type="http://schemas.openxmlformats.org/officeDocument/2006/relationships/customXml" Target="../ink/ink13.xml"/><Relationship Id="rId31" Type="http://schemas.openxmlformats.org/officeDocument/2006/relationships/customXml" Target="../ink/ink25.xml"/><Relationship Id="rId4" Type="http://schemas.openxmlformats.org/officeDocument/2006/relationships/image" Target="../media/image50.png"/><Relationship Id="rId9" Type="http://schemas.openxmlformats.org/officeDocument/2006/relationships/customXml" Target="../ink/ink6.xml"/><Relationship Id="rId14" Type="http://schemas.openxmlformats.org/officeDocument/2006/relationships/image" Target="../media/image53.png"/><Relationship Id="rId22" Type="http://schemas.openxmlformats.org/officeDocument/2006/relationships/customXml" Target="../ink/ink16.xml"/><Relationship Id="rId27" Type="http://schemas.openxmlformats.org/officeDocument/2006/relationships/customXml" Target="../ink/ink21.xml"/><Relationship Id="rId30" Type="http://schemas.openxmlformats.org/officeDocument/2006/relationships/customXml" Target="../ink/ink24.xml"/><Relationship Id="rId35" Type="http://schemas.openxmlformats.org/officeDocument/2006/relationships/customXml" Target="../ink/ink29.xml"/></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64C8-006D-66AA-FA9C-052B3FCC9AA9}"/>
              </a:ext>
            </a:extLst>
          </p:cNvPr>
          <p:cNvSpPr>
            <a:spLocks noGrp="1"/>
          </p:cNvSpPr>
          <p:nvPr>
            <p:ph type="ctrTitle"/>
          </p:nvPr>
        </p:nvSpPr>
        <p:spPr/>
        <p:txBody>
          <a:bodyPr/>
          <a:lstStyle/>
          <a:p>
            <a:r>
              <a:rPr lang="en-US" dirty="0"/>
              <a:t>MUP TOOL</a:t>
            </a:r>
            <a:br>
              <a:rPr lang="en-US" dirty="0"/>
            </a:br>
            <a:r>
              <a:rPr lang="en-US" sz="2800" dirty="0"/>
              <a:t>Modernization</a:t>
            </a:r>
          </a:p>
        </p:txBody>
      </p:sp>
      <p:sp>
        <p:nvSpPr>
          <p:cNvPr id="3" name="Subtitle 2">
            <a:extLst>
              <a:ext uri="{FF2B5EF4-FFF2-40B4-BE49-F238E27FC236}">
                <a16:creationId xmlns:a16="http://schemas.microsoft.com/office/drawing/2014/main" id="{88409967-F7AA-E731-7CEA-A4065F9D84B8}"/>
              </a:ext>
            </a:extLst>
          </p:cNvPr>
          <p:cNvSpPr>
            <a:spLocks noGrp="1"/>
          </p:cNvSpPr>
          <p:nvPr>
            <p:ph type="subTitle" idx="1"/>
          </p:nvPr>
        </p:nvSpPr>
        <p:spPr/>
        <p:txBody>
          <a:bodyPr vert="horz" lIns="0" tIns="0" rIns="0" bIns="0" spcCol="484632" rtlCol="0" anchor="t">
            <a:noAutofit/>
          </a:bodyPr>
          <a:lstStyle/>
          <a:p>
            <a:r>
              <a:rPr lang="en-US" dirty="0" err="1"/>
              <a:t>cSSD</a:t>
            </a:r>
            <a:r>
              <a:rPr lang="en-US" dirty="0"/>
              <a:t> Software (EDG Val Summit)</a:t>
            </a:r>
            <a:br>
              <a:rPr lang="en-US" dirty="0"/>
            </a:br>
            <a:r>
              <a:rPr lang="en-US" dirty="0"/>
              <a:t>Shreejeet Mishra </a:t>
            </a:r>
          </a:p>
        </p:txBody>
      </p:sp>
      <p:pic>
        <p:nvPicPr>
          <p:cNvPr id="9" name="Picture Placeholder 8">
            <a:extLst>
              <a:ext uri="{FF2B5EF4-FFF2-40B4-BE49-F238E27FC236}">
                <a16:creationId xmlns:a16="http://schemas.microsoft.com/office/drawing/2014/main" id="{AB765CB6-F1EF-C386-1AE2-6865C8055F16}"/>
              </a:ext>
            </a:extLst>
          </p:cNvPr>
          <p:cNvPicPr>
            <a:picLocks noGrp="1" noChangeAspect="1"/>
          </p:cNvPicPr>
          <p:nvPr>
            <p:ph type="pic" sz="quarter" idx="11"/>
          </p:nvPr>
        </p:nvPicPr>
        <p:blipFill>
          <a:blip r:embed="rId3"/>
          <a:srcRect l="18866" t="356" r="21993" b="1"/>
          <a:stretch>
            <a:fillRect/>
          </a:stretch>
        </p:blipFill>
        <p:spPr>
          <a:xfrm>
            <a:off x="6096000" y="0"/>
            <a:ext cx="6096000" cy="6857998"/>
          </a:xfrm>
        </p:spPr>
      </p:pic>
    </p:spTree>
    <p:extLst>
      <p:ext uri="{BB962C8B-B14F-4D97-AF65-F5344CB8AC3E}">
        <p14:creationId xmlns:p14="http://schemas.microsoft.com/office/powerpoint/2010/main" val="139624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F2D9C-0045-C6FB-3D52-61C55624F79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917F830-0C5B-E61F-E707-10BC9D1A818C}"/>
              </a:ext>
            </a:extLst>
          </p:cNvPr>
          <p:cNvSpPr>
            <a:spLocks noGrp="1"/>
          </p:cNvSpPr>
          <p:nvPr>
            <p:ph type="body" sz="quarter" idx="10"/>
          </p:nvPr>
        </p:nvSpPr>
        <p:spPr>
          <a:xfrm>
            <a:off x="542139" y="547868"/>
            <a:ext cx="11373769" cy="1342911"/>
          </a:xfrm>
        </p:spPr>
        <p:txBody>
          <a:bodyPr vert="horz" lIns="0" tIns="0" rIns="0" bIns="0" numCol="1" spcCol="484632" rtlCol="0" anchor="t">
            <a:noAutofit/>
          </a:bodyPr>
          <a:lstStyle/>
          <a:p>
            <a:pPr>
              <a:spcBef>
                <a:spcPts val="500"/>
              </a:spcBef>
            </a:pPr>
            <a:endParaRPr lang="en-US" sz="1200" dirty="0">
              <a:solidFill>
                <a:srgbClr val="FFFFFF"/>
              </a:solidFill>
              <a:latin typeface="Arial"/>
              <a:cs typeface="Arial"/>
            </a:endParaRPr>
          </a:p>
          <a:p>
            <a:pPr>
              <a:spcBef>
                <a:spcPts val="500"/>
              </a:spcBef>
            </a:pPr>
            <a:r>
              <a:rPr lang="en-US" sz="1200">
                <a:solidFill>
                  <a:srgbClr val="FFFFFF"/>
                </a:solidFill>
                <a:effectLst/>
                <a:latin typeface="Arial"/>
                <a:cs typeface="Arial"/>
              </a:rPr>
              <a:t>Customers like DELL needs to update the SSD firmware in the field </a:t>
            </a:r>
            <a:r>
              <a:rPr lang="en-US" sz="1200" b="0">
                <a:solidFill>
                  <a:srgbClr val="FFFFFF"/>
                </a:solidFill>
                <a:effectLst/>
                <a:latin typeface="Arial"/>
                <a:cs typeface="Arial"/>
              </a:rPr>
              <a:t>(for every production firmware release/ as needed).</a:t>
            </a:r>
            <a:endParaRPr lang="en-US" b="0">
              <a:latin typeface="Arial"/>
              <a:cs typeface="Arial"/>
            </a:endParaRPr>
          </a:p>
          <a:p>
            <a:pPr>
              <a:spcBef>
                <a:spcPts val="500"/>
              </a:spcBef>
            </a:pPr>
            <a:r>
              <a:rPr lang="en-US" sz="1200" dirty="0">
                <a:solidFill>
                  <a:schemeClr val="accent1">
                    <a:lumMod val="75000"/>
                  </a:schemeClr>
                </a:solidFill>
                <a:effectLst/>
                <a:latin typeface="Arial"/>
                <a:cs typeface="Arial"/>
              </a:rPr>
              <a:t>Micron’s Solution: </a:t>
            </a:r>
            <a:r>
              <a:rPr lang="en-US" sz="1200" dirty="0">
                <a:solidFill>
                  <a:schemeClr val="accent1">
                    <a:lumMod val="75000"/>
                  </a:schemeClr>
                </a:solidFill>
                <a:latin typeface="Arial"/>
                <a:cs typeface="Arial"/>
              </a:rPr>
              <a:t> </a:t>
            </a:r>
            <a:r>
              <a:rPr lang="en-US" sz="1200" dirty="0">
                <a:solidFill>
                  <a:srgbClr val="FFFFFF"/>
                </a:solidFill>
                <a:latin typeface="Arial"/>
                <a:cs typeface="Arial"/>
              </a:rPr>
              <a:t>O</a:t>
            </a:r>
            <a:r>
              <a:rPr lang="en-US" sz="1200" dirty="0">
                <a:solidFill>
                  <a:srgbClr val="FFFFFF"/>
                </a:solidFill>
                <a:effectLst/>
                <a:latin typeface="Arial"/>
                <a:cs typeface="Arial"/>
              </a:rPr>
              <a:t>ffers Dell a Manageable Update Package Tool (MUP), which facilitate </a:t>
            </a:r>
            <a:r>
              <a:rPr lang="en-US" sz="1200" dirty="0">
                <a:solidFill>
                  <a:srgbClr val="FFFFFF"/>
                </a:solidFill>
                <a:cs typeface="Arial"/>
              </a:rPr>
              <a:t>offline </a:t>
            </a:r>
            <a:r>
              <a:rPr lang="en-US" sz="1200" dirty="0">
                <a:solidFill>
                  <a:srgbClr val="FFFFFF"/>
                </a:solidFill>
                <a:effectLst/>
                <a:latin typeface="Arial"/>
                <a:cs typeface="Arial"/>
              </a:rPr>
              <a:t>firmware updates. </a:t>
            </a:r>
            <a:br>
              <a:rPr lang="en-US" sz="1200" dirty="0">
                <a:effectLst/>
                <a:latin typeface="Arial" panose="020B0604020202020204" pitchFamily="34" charset="0"/>
              </a:rPr>
            </a:br>
            <a:endParaRPr lang="en-US" sz="1200" b="0">
              <a:cs typeface="Arial"/>
            </a:endParaRPr>
          </a:p>
        </p:txBody>
      </p:sp>
      <p:grpSp>
        <p:nvGrpSpPr>
          <p:cNvPr id="2" name="Group 1">
            <a:extLst>
              <a:ext uri="{FF2B5EF4-FFF2-40B4-BE49-F238E27FC236}">
                <a16:creationId xmlns:a16="http://schemas.microsoft.com/office/drawing/2014/main" id="{6A1C9DFD-545F-210F-BFC1-34BC913CE62A}"/>
              </a:ext>
            </a:extLst>
          </p:cNvPr>
          <p:cNvGrpSpPr/>
          <p:nvPr/>
        </p:nvGrpSpPr>
        <p:grpSpPr>
          <a:xfrm>
            <a:off x="1987055" y="1615296"/>
            <a:ext cx="7214095" cy="4761630"/>
            <a:chOff x="3290098" y="716167"/>
            <a:chExt cx="7491439" cy="5144643"/>
          </a:xfrm>
        </p:grpSpPr>
        <p:pic>
          <p:nvPicPr>
            <p:cNvPr id="4" name="Picture 3">
              <a:extLst>
                <a:ext uri="{FF2B5EF4-FFF2-40B4-BE49-F238E27FC236}">
                  <a16:creationId xmlns:a16="http://schemas.microsoft.com/office/drawing/2014/main" id="{2B87C187-6C89-82B8-A5BE-4A7C8285BD88}"/>
                </a:ext>
              </a:extLst>
            </p:cNvPr>
            <p:cNvPicPr>
              <a:picLocks noChangeAspect="1"/>
            </p:cNvPicPr>
            <p:nvPr/>
          </p:nvPicPr>
          <p:blipFill>
            <a:blip r:embed="rId2"/>
            <a:srcRect t="4352" r="22270"/>
            <a:stretch>
              <a:fillRect/>
            </a:stretch>
          </p:blipFill>
          <p:spPr>
            <a:xfrm>
              <a:off x="3290098" y="716167"/>
              <a:ext cx="7491439" cy="5144643"/>
            </a:xfrm>
            <a:prstGeom prst="rect">
              <a:avLst/>
            </a:prstGeom>
          </p:spPr>
        </p:pic>
        <p:pic>
          <p:nvPicPr>
            <p:cNvPr id="8" name="Picture 7">
              <a:extLst>
                <a:ext uri="{FF2B5EF4-FFF2-40B4-BE49-F238E27FC236}">
                  <a16:creationId xmlns:a16="http://schemas.microsoft.com/office/drawing/2014/main" id="{86DF4AC6-719A-F32F-B1B7-D89C0AD9D599}"/>
                </a:ext>
              </a:extLst>
            </p:cNvPr>
            <p:cNvPicPr>
              <a:picLocks noChangeAspect="1"/>
            </p:cNvPicPr>
            <p:nvPr/>
          </p:nvPicPr>
          <p:blipFill>
            <a:blip r:embed="rId3"/>
            <a:stretch>
              <a:fillRect/>
            </a:stretch>
          </p:blipFill>
          <p:spPr>
            <a:xfrm>
              <a:off x="8885787" y="958219"/>
              <a:ext cx="1452484" cy="423641"/>
            </a:xfrm>
            <a:prstGeom prst="rect">
              <a:avLst/>
            </a:prstGeom>
            <a:ln>
              <a:noFill/>
            </a:ln>
            <a:effectLst>
              <a:outerShdw blurRad="292100" dist="139700" dir="2700000" algn="tl" rotWithShape="0">
                <a:srgbClr val="333333">
                  <a:alpha val="65000"/>
                </a:srgbClr>
              </a:outerShdw>
            </a:effectLst>
          </p:spPr>
        </p:pic>
        <p:sp>
          <p:nvSpPr>
            <p:cNvPr id="9" name="Rectangle: Rounded Corners 8">
              <a:extLst>
                <a:ext uri="{FF2B5EF4-FFF2-40B4-BE49-F238E27FC236}">
                  <a16:creationId xmlns:a16="http://schemas.microsoft.com/office/drawing/2014/main" id="{6457302C-F827-BD0E-705E-9DEE8A5350BF}"/>
                </a:ext>
              </a:extLst>
            </p:cNvPr>
            <p:cNvSpPr/>
            <p:nvPr/>
          </p:nvSpPr>
          <p:spPr>
            <a:xfrm>
              <a:off x="4386848" y="957411"/>
              <a:ext cx="3838415" cy="727640"/>
            </a:xfrm>
            <a:prstGeom prst="roundRect">
              <a:avLst/>
            </a:prstGeom>
            <a:noFill/>
            <a:ln w="6350" cap="sq">
              <a:solidFill>
                <a:srgbClr val="00891C"/>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grpSp>
      <p:sp>
        <p:nvSpPr>
          <p:cNvPr id="11" name="TextBox 10">
            <a:extLst>
              <a:ext uri="{FF2B5EF4-FFF2-40B4-BE49-F238E27FC236}">
                <a16:creationId xmlns:a16="http://schemas.microsoft.com/office/drawing/2014/main" id="{4DBF4C53-195A-F096-5B81-1F38348ECAC7}"/>
              </a:ext>
            </a:extLst>
          </p:cNvPr>
          <p:cNvSpPr txBox="1"/>
          <p:nvPr/>
        </p:nvSpPr>
        <p:spPr>
          <a:xfrm>
            <a:off x="456816" y="1349140"/>
            <a:ext cx="2298607" cy="276999"/>
          </a:xfrm>
          <a:prstGeom prst="rect">
            <a:avLst/>
          </a:prstGeom>
          <a:noFill/>
        </p:spPr>
        <p:txBody>
          <a:bodyPr wrap="square" lIns="91440" tIns="45720" rIns="91440" bIns="45720" anchor="t">
            <a:spAutoFit/>
          </a:bodyPr>
          <a:lstStyle/>
          <a:p>
            <a:r>
              <a:rPr lang="en-US" sz="1200" b="1" kern="1200" dirty="0">
                <a:solidFill>
                  <a:schemeClr val="accent1">
                    <a:lumMod val="75000"/>
                  </a:schemeClr>
                </a:solidFill>
                <a:latin typeface="+mj-lt"/>
                <a:ea typeface="+mj-ea"/>
                <a:cs typeface="+mj-cs"/>
              </a:rPr>
              <a:t>Key Requirements</a:t>
            </a:r>
            <a:r>
              <a:rPr lang="en-US" sz="1200" b="1" dirty="0">
                <a:solidFill>
                  <a:schemeClr val="accent1">
                    <a:lumMod val="75000"/>
                  </a:schemeClr>
                </a:solidFill>
                <a:latin typeface="+mj-lt"/>
                <a:ea typeface="+mj-ea"/>
                <a:cs typeface="+mj-cs"/>
              </a:rPr>
              <a:t>:</a:t>
            </a:r>
            <a:endParaRPr lang="en-US" sz="1200" dirty="0">
              <a:solidFill>
                <a:schemeClr val="accent1">
                  <a:lumMod val="75000"/>
                </a:schemeClr>
              </a:solidFill>
            </a:endParaRPr>
          </a:p>
        </p:txBody>
      </p:sp>
      <p:sp>
        <p:nvSpPr>
          <p:cNvPr id="14" name="Title 1">
            <a:extLst>
              <a:ext uri="{FF2B5EF4-FFF2-40B4-BE49-F238E27FC236}">
                <a16:creationId xmlns:a16="http://schemas.microsoft.com/office/drawing/2014/main" id="{83311C5C-1A59-C7D9-1976-1ACA89B4C140}"/>
              </a:ext>
            </a:extLst>
          </p:cNvPr>
          <p:cNvSpPr txBox="1">
            <a:spLocks/>
          </p:cNvSpPr>
          <p:nvPr/>
        </p:nvSpPr>
        <p:spPr>
          <a:xfrm>
            <a:off x="-211280" y="98854"/>
            <a:ext cx="12110088" cy="530352"/>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gn="ctr"/>
            <a:r>
              <a:rPr lang="en-US" dirty="0"/>
              <a:t>Background</a:t>
            </a:r>
          </a:p>
        </p:txBody>
      </p:sp>
      <p:sp>
        <p:nvSpPr>
          <p:cNvPr id="94" name="TextBox 93">
            <a:extLst>
              <a:ext uri="{FF2B5EF4-FFF2-40B4-BE49-F238E27FC236}">
                <a16:creationId xmlns:a16="http://schemas.microsoft.com/office/drawing/2014/main" id="{B6EA27A5-7A9A-DD05-C023-4E210D24DA64}"/>
              </a:ext>
            </a:extLst>
          </p:cNvPr>
          <p:cNvSpPr txBox="1"/>
          <p:nvPr/>
        </p:nvSpPr>
        <p:spPr>
          <a:xfrm>
            <a:off x="3600741" y="6333997"/>
            <a:ext cx="4486045" cy="215444"/>
          </a:xfrm>
          <a:prstGeom prst="rect">
            <a:avLst/>
          </a:prstGeom>
          <a:noFill/>
        </p:spPr>
        <p:txBody>
          <a:bodyPr wrap="square">
            <a:spAutoFit/>
          </a:bodyPr>
          <a:lstStyle/>
          <a:p>
            <a:pPr>
              <a:spcAft>
                <a:spcPts val="600"/>
              </a:spcAft>
              <a:defRPr/>
            </a:pPr>
            <a:r>
              <a:rPr lang="en-US" sz="800" dirty="0"/>
              <a:t>Reference Jira : </a:t>
            </a:r>
            <a:r>
              <a:rPr lang="en-US" sz="800" dirty="0">
                <a:hlinkClick r:id="rId4"/>
              </a:rPr>
              <a:t>[SDIRECTOR-15940] Dell request 4600 MUP tool for 46002100 - Micron Jira</a:t>
            </a:r>
            <a:endParaRPr lang="en-US" sz="800" dirty="0"/>
          </a:p>
        </p:txBody>
      </p:sp>
    </p:spTree>
    <p:extLst>
      <p:ext uri="{BB962C8B-B14F-4D97-AF65-F5344CB8AC3E}">
        <p14:creationId xmlns:p14="http://schemas.microsoft.com/office/powerpoint/2010/main" val="295138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156B66F1-4519-0483-05FF-E78086AA4CA7}"/>
              </a:ext>
            </a:extLst>
          </p:cNvPr>
          <p:cNvSpPr txBox="1">
            <a:spLocks/>
          </p:cNvSpPr>
          <p:nvPr/>
        </p:nvSpPr>
        <p:spPr>
          <a:xfrm>
            <a:off x="81912" y="194254"/>
            <a:ext cx="12110088" cy="530352"/>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gn="ctr"/>
            <a:r>
              <a:rPr lang="en-US" dirty="0"/>
              <a:t>MUP Workflow</a:t>
            </a:r>
          </a:p>
        </p:txBody>
      </p:sp>
      <p:sp>
        <p:nvSpPr>
          <p:cNvPr id="98" name="TextBox 97">
            <a:extLst>
              <a:ext uri="{FF2B5EF4-FFF2-40B4-BE49-F238E27FC236}">
                <a16:creationId xmlns:a16="http://schemas.microsoft.com/office/drawing/2014/main" id="{B817C1F1-83D0-277B-A62E-A48246A47195}"/>
              </a:ext>
            </a:extLst>
          </p:cNvPr>
          <p:cNvSpPr txBox="1"/>
          <p:nvPr/>
        </p:nvSpPr>
        <p:spPr>
          <a:xfrm>
            <a:off x="1909087" y="1086176"/>
            <a:ext cx="4616651" cy="369332"/>
          </a:xfrm>
          <a:prstGeom prst="rect">
            <a:avLst/>
          </a:prstGeom>
          <a:noFill/>
        </p:spPr>
        <p:txBody>
          <a:bodyPr wrap="square">
            <a:spAutoFit/>
          </a:bodyPr>
          <a:lstStyle/>
          <a:p>
            <a:pPr>
              <a:spcBef>
                <a:spcPts val="500"/>
              </a:spcBef>
            </a:pPr>
            <a:r>
              <a:rPr lang="en-US" sz="1800" b="1">
                <a:solidFill>
                  <a:schemeClr val="accent1">
                    <a:lumMod val="75000"/>
                  </a:schemeClr>
                </a:solidFill>
                <a:effectLst/>
                <a:latin typeface="Arial" panose="020B0604020202020204" pitchFamily="34" charset="0"/>
              </a:rPr>
              <a:t>How is a new Tool is Delivered?</a:t>
            </a:r>
            <a:endParaRPr lang="en-US" sz="1800" b="1">
              <a:solidFill>
                <a:schemeClr val="accent1">
                  <a:lumMod val="75000"/>
                </a:schemeClr>
              </a:solidFill>
            </a:endParaRPr>
          </a:p>
        </p:txBody>
      </p:sp>
      <p:grpSp>
        <p:nvGrpSpPr>
          <p:cNvPr id="101" name="Group 100">
            <a:extLst>
              <a:ext uri="{FF2B5EF4-FFF2-40B4-BE49-F238E27FC236}">
                <a16:creationId xmlns:a16="http://schemas.microsoft.com/office/drawing/2014/main" id="{8F39F61B-2C7B-AF20-3F80-B7D94F7E6C00}"/>
              </a:ext>
            </a:extLst>
          </p:cNvPr>
          <p:cNvGrpSpPr/>
          <p:nvPr/>
        </p:nvGrpSpPr>
        <p:grpSpPr>
          <a:xfrm>
            <a:off x="6773080" y="1434043"/>
            <a:ext cx="5008539" cy="4600575"/>
            <a:chOff x="7183461" y="1417404"/>
            <a:chExt cx="5008539" cy="4600575"/>
          </a:xfrm>
        </p:grpSpPr>
        <p:pic>
          <p:nvPicPr>
            <p:cNvPr id="80" name="Picture 79">
              <a:extLst>
                <a:ext uri="{FF2B5EF4-FFF2-40B4-BE49-F238E27FC236}">
                  <a16:creationId xmlns:a16="http://schemas.microsoft.com/office/drawing/2014/main" id="{0E180AB8-5EE5-4C1D-79AC-E4212D1FC66E}"/>
                </a:ext>
              </a:extLst>
            </p:cNvPr>
            <p:cNvPicPr>
              <a:picLocks noChangeAspect="1"/>
            </p:cNvPicPr>
            <p:nvPr/>
          </p:nvPicPr>
          <p:blipFill>
            <a:blip r:embed="rId2"/>
            <a:stretch>
              <a:fillRect/>
            </a:stretch>
          </p:blipFill>
          <p:spPr>
            <a:xfrm>
              <a:off x="7183461" y="1417404"/>
              <a:ext cx="5008539" cy="4600575"/>
            </a:xfrm>
            <a:prstGeom prst="rect">
              <a:avLst/>
            </a:prstGeom>
          </p:spPr>
        </p:pic>
        <p:sp>
          <p:nvSpPr>
            <p:cNvPr id="74" name="TextBox 73">
              <a:extLst>
                <a:ext uri="{FF2B5EF4-FFF2-40B4-BE49-F238E27FC236}">
                  <a16:creationId xmlns:a16="http://schemas.microsoft.com/office/drawing/2014/main" id="{8C7F4051-AA67-1451-E300-96D392AF8CD5}"/>
                </a:ext>
              </a:extLst>
            </p:cNvPr>
            <p:cNvSpPr txBox="1"/>
            <p:nvPr/>
          </p:nvSpPr>
          <p:spPr>
            <a:xfrm>
              <a:off x="10811938" y="4209271"/>
              <a:ext cx="1303529" cy="246221"/>
            </a:xfrm>
            <a:prstGeom prst="rect">
              <a:avLst/>
            </a:prstGeom>
            <a:noFill/>
          </p:spPr>
          <p:txBody>
            <a:bodyPr wrap="square">
              <a:spAutoFit/>
            </a:bodyPr>
            <a:lstStyle/>
            <a:p>
              <a:r>
                <a:rPr lang="en-US" sz="1000"/>
                <a:t>CORIM Files</a:t>
              </a:r>
            </a:p>
          </p:txBody>
        </p:sp>
        <p:sp>
          <p:nvSpPr>
            <p:cNvPr id="75" name="TextBox 74">
              <a:extLst>
                <a:ext uri="{FF2B5EF4-FFF2-40B4-BE49-F238E27FC236}">
                  <a16:creationId xmlns:a16="http://schemas.microsoft.com/office/drawing/2014/main" id="{15CFF00E-C35D-6EA9-8BBB-ADD06A164371}"/>
                </a:ext>
              </a:extLst>
            </p:cNvPr>
            <p:cNvSpPr txBox="1"/>
            <p:nvPr/>
          </p:nvSpPr>
          <p:spPr>
            <a:xfrm>
              <a:off x="7428640" y="5653461"/>
              <a:ext cx="737445" cy="230832"/>
            </a:xfrm>
            <a:prstGeom prst="rect">
              <a:avLst/>
            </a:prstGeom>
            <a:noFill/>
          </p:spPr>
          <p:txBody>
            <a:bodyPr wrap="square">
              <a:spAutoFit/>
            </a:bodyPr>
            <a:lstStyle/>
            <a:p>
              <a:r>
                <a:rPr lang="en-US" sz="900"/>
                <a:t>msecli.exe</a:t>
              </a:r>
            </a:p>
          </p:txBody>
        </p:sp>
        <p:pic>
          <p:nvPicPr>
            <p:cNvPr id="82" name="Picture 81">
              <a:extLst>
                <a:ext uri="{FF2B5EF4-FFF2-40B4-BE49-F238E27FC236}">
                  <a16:creationId xmlns:a16="http://schemas.microsoft.com/office/drawing/2014/main" id="{AA4F24D8-4A72-754D-84A0-AD2A44609C3F}"/>
                </a:ext>
              </a:extLst>
            </p:cNvPr>
            <p:cNvPicPr>
              <a:picLocks noChangeAspect="1"/>
            </p:cNvPicPr>
            <p:nvPr/>
          </p:nvPicPr>
          <p:blipFill>
            <a:blip r:embed="rId3"/>
            <a:stretch>
              <a:fillRect/>
            </a:stretch>
          </p:blipFill>
          <p:spPr>
            <a:xfrm>
              <a:off x="7689706" y="4270647"/>
              <a:ext cx="924054" cy="238158"/>
            </a:xfrm>
            <a:prstGeom prst="rect">
              <a:avLst/>
            </a:prstGeom>
          </p:spPr>
        </p:pic>
        <p:sp>
          <p:nvSpPr>
            <p:cNvPr id="76" name="TextBox 75">
              <a:extLst>
                <a:ext uri="{FF2B5EF4-FFF2-40B4-BE49-F238E27FC236}">
                  <a16:creationId xmlns:a16="http://schemas.microsoft.com/office/drawing/2014/main" id="{B88BD32A-D83B-5230-2EE5-B92D5F3FC469}"/>
                </a:ext>
              </a:extLst>
            </p:cNvPr>
            <p:cNvSpPr txBox="1"/>
            <p:nvPr/>
          </p:nvSpPr>
          <p:spPr>
            <a:xfrm>
              <a:off x="8407549" y="5645416"/>
              <a:ext cx="813021" cy="230832"/>
            </a:xfrm>
            <a:prstGeom prst="rect">
              <a:avLst/>
            </a:prstGeom>
            <a:noFill/>
          </p:spPr>
          <p:txBody>
            <a:bodyPr wrap="square">
              <a:spAutoFit/>
            </a:bodyPr>
            <a:lstStyle/>
            <a:p>
              <a:r>
                <a:rPr lang="en-US" sz="900"/>
                <a:t>new_fw.zip</a:t>
              </a:r>
            </a:p>
          </p:txBody>
        </p:sp>
        <p:sp>
          <p:nvSpPr>
            <p:cNvPr id="77" name="TextBox 76">
              <a:extLst>
                <a:ext uri="{FF2B5EF4-FFF2-40B4-BE49-F238E27FC236}">
                  <a16:creationId xmlns:a16="http://schemas.microsoft.com/office/drawing/2014/main" id="{9342F6C9-831B-2C91-05C7-4B4F1835715A}"/>
                </a:ext>
              </a:extLst>
            </p:cNvPr>
            <p:cNvSpPr txBox="1"/>
            <p:nvPr/>
          </p:nvSpPr>
          <p:spPr>
            <a:xfrm>
              <a:off x="9319159" y="5645416"/>
              <a:ext cx="737445" cy="230832"/>
            </a:xfrm>
            <a:prstGeom prst="rect">
              <a:avLst/>
            </a:prstGeom>
            <a:noFill/>
          </p:spPr>
          <p:txBody>
            <a:bodyPr wrap="square">
              <a:spAutoFit/>
            </a:bodyPr>
            <a:lstStyle/>
            <a:p>
              <a:r>
                <a:rPr lang="en-US" sz="900"/>
                <a:t>mse-api.dll</a:t>
              </a:r>
            </a:p>
          </p:txBody>
        </p:sp>
        <p:sp>
          <p:nvSpPr>
            <p:cNvPr id="72" name="TextBox 71">
              <a:extLst>
                <a:ext uri="{FF2B5EF4-FFF2-40B4-BE49-F238E27FC236}">
                  <a16:creationId xmlns:a16="http://schemas.microsoft.com/office/drawing/2014/main" id="{FC8BE5C8-AE8F-20BA-21A6-CE7C1E955D1A}"/>
                </a:ext>
              </a:extLst>
            </p:cNvPr>
            <p:cNvSpPr txBox="1"/>
            <p:nvPr/>
          </p:nvSpPr>
          <p:spPr>
            <a:xfrm>
              <a:off x="7311587" y="4270647"/>
              <a:ext cx="1866900" cy="230832"/>
            </a:xfrm>
            <a:prstGeom prst="rect">
              <a:avLst/>
            </a:prstGeom>
            <a:noFill/>
          </p:spPr>
          <p:txBody>
            <a:bodyPr wrap="square">
              <a:spAutoFit/>
            </a:bodyPr>
            <a:lstStyle/>
            <a:p>
              <a:r>
                <a:rPr lang="en-US" sz="900"/>
                <a:t>Micron_4600_46000010.exe</a:t>
              </a:r>
            </a:p>
          </p:txBody>
        </p:sp>
        <p:pic>
          <p:nvPicPr>
            <p:cNvPr id="84" name="Picture 83">
              <a:extLst>
                <a:ext uri="{FF2B5EF4-FFF2-40B4-BE49-F238E27FC236}">
                  <a16:creationId xmlns:a16="http://schemas.microsoft.com/office/drawing/2014/main" id="{F3C76A7D-F34D-6A9F-AA4C-0F5B0FF05036}"/>
                </a:ext>
              </a:extLst>
            </p:cNvPr>
            <p:cNvPicPr>
              <a:picLocks noChangeAspect="1"/>
            </p:cNvPicPr>
            <p:nvPr/>
          </p:nvPicPr>
          <p:blipFill>
            <a:blip r:embed="rId3"/>
            <a:stretch>
              <a:fillRect/>
            </a:stretch>
          </p:blipFill>
          <p:spPr>
            <a:xfrm>
              <a:off x="9342359" y="4209271"/>
              <a:ext cx="924054" cy="400050"/>
            </a:xfrm>
            <a:prstGeom prst="rect">
              <a:avLst/>
            </a:prstGeom>
          </p:spPr>
        </p:pic>
        <p:sp>
          <p:nvSpPr>
            <p:cNvPr id="73" name="TextBox 72">
              <a:extLst>
                <a:ext uri="{FF2B5EF4-FFF2-40B4-BE49-F238E27FC236}">
                  <a16:creationId xmlns:a16="http://schemas.microsoft.com/office/drawing/2014/main" id="{004CA861-30B3-F398-418D-F21566D9A317}"/>
                </a:ext>
              </a:extLst>
            </p:cNvPr>
            <p:cNvSpPr txBox="1"/>
            <p:nvPr/>
          </p:nvSpPr>
          <p:spPr>
            <a:xfrm>
              <a:off x="9342359" y="4255258"/>
              <a:ext cx="884774" cy="246221"/>
            </a:xfrm>
            <a:prstGeom prst="rect">
              <a:avLst/>
            </a:prstGeom>
            <a:noFill/>
          </p:spPr>
          <p:txBody>
            <a:bodyPr wrap="square">
              <a:spAutoFit/>
            </a:bodyPr>
            <a:lstStyle/>
            <a:p>
              <a:r>
                <a:rPr lang="en-US" sz="1000"/>
                <a:t>mup.xml</a:t>
              </a:r>
            </a:p>
          </p:txBody>
        </p:sp>
        <p:pic>
          <p:nvPicPr>
            <p:cNvPr id="86" name="Picture 85">
              <a:extLst>
                <a:ext uri="{FF2B5EF4-FFF2-40B4-BE49-F238E27FC236}">
                  <a16:creationId xmlns:a16="http://schemas.microsoft.com/office/drawing/2014/main" id="{271A123C-2D29-73DB-9839-D6500B8DD0A1}"/>
                </a:ext>
              </a:extLst>
            </p:cNvPr>
            <p:cNvPicPr>
              <a:picLocks noChangeAspect="1"/>
            </p:cNvPicPr>
            <p:nvPr/>
          </p:nvPicPr>
          <p:blipFill>
            <a:blip r:embed="rId3"/>
            <a:stretch>
              <a:fillRect/>
            </a:stretch>
          </p:blipFill>
          <p:spPr>
            <a:xfrm>
              <a:off x="10095043" y="4644633"/>
              <a:ext cx="924054" cy="345770"/>
            </a:xfrm>
            <a:prstGeom prst="rect">
              <a:avLst/>
            </a:prstGeom>
          </p:spPr>
        </p:pic>
        <p:pic>
          <p:nvPicPr>
            <p:cNvPr id="88" name="Picture 87">
              <a:extLst>
                <a:ext uri="{FF2B5EF4-FFF2-40B4-BE49-F238E27FC236}">
                  <a16:creationId xmlns:a16="http://schemas.microsoft.com/office/drawing/2014/main" id="{4D0AD990-BA7D-97DB-22B1-766F64EA8420}"/>
                </a:ext>
              </a:extLst>
            </p:cNvPr>
            <p:cNvPicPr>
              <a:picLocks noChangeAspect="1"/>
            </p:cNvPicPr>
            <p:nvPr/>
          </p:nvPicPr>
          <p:blipFill>
            <a:blip r:embed="rId4"/>
            <a:stretch>
              <a:fillRect/>
            </a:stretch>
          </p:blipFill>
          <p:spPr>
            <a:xfrm>
              <a:off x="10557070" y="5583839"/>
              <a:ext cx="1114581" cy="352474"/>
            </a:xfrm>
            <a:prstGeom prst="rect">
              <a:avLst/>
            </a:prstGeom>
          </p:spPr>
        </p:pic>
        <p:pic>
          <p:nvPicPr>
            <p:cNvPr id="90" name="Picture 89">
              <a:extLst>
                <a:ext uri="{FF2B5EF4-FFF2-40B4-BE49-F238E27FC236}">
                  <a16:creationId xmlns:a16="http://schemas.microsoft.com/office/drawing/2014/main" id="{52B1C48D-EAA5-7B20-0BAA-F35F45BC6772}"/>
                </a:ext>
              </a:extLst>
            </p:cNvPr>
            <p:cNvPicPr>
              <a:picLocks noChangeAspect="1"/>
            </p:cNvPicPr>
            <p:nvPr/>
          </p:nvPicPr>
          <p:blipFill>
            <a:blip r:embed="rId5"/>
            <a:stretch>
              <a:fillRect/>
            </a:stretch>
          </p:blipFill>
          <p:spPr>
            <a:xfrm>
              <a:off x="11019097" y="5515329"/>
              <a:ext cx="171474" cy="276264"/>
            </a:xfrm>
            <a:prstGeom prst="rect">
              <a:avLst/>
            </a:prstGeom>
          </p:spPr>
        </p:pic>
        <p:pic>
          <p:nvPicPr>
            <p:cNvPr id="92" name="Picture 91">
              <a:extLst>
                <a:ext uri="{FF2B5EF4-FFF2-40B4-BE49-F238E27FC236}">
                  <a16:creationId xmlns:a16="http://schemas.microsoft.com/office/drawing/2014/main" id="{28C6574F-F4B8-8C10-D11C-5794E7CA2425}"/>
                </a:ext>
              </a:extLst>
            </p:cNvPr>
            <p:cNvPicPr>
              <a:picLocks noChangeAspect="1"/>
            </p:cNvPicPr>
            <p:nvPr/>
          </p:nvPicPr>
          <p:blipFill>
            <a:blip r:embed="rId5"/>
            <a:stretch>
              <a:fillRect/>
            </a:stretch>
          </p:blipFill>
          <p:spPr>
            <a:xfrm>
              <a:off x="11279271" y="5543700"/>
              <a:ext cx="171474" cy="276264"/>
            </a:xfrm>
            <a:prstGeom prst="rect">
              <a:avLst/>
            </a:prstGeom>
          </p:spPr>
        </p:pic>
        <p:sp>
          <p:nvSpPr>
            <p:cNvPr id="93" name="TextBox 92">
              <a:extLst>
                <a:ext uri="{FF2B5EF4-FFF2-40B4-BE49-F238E27FC236}">
                  <a16:creationId xmlns:a16="http://schemas.microsoft.com/office/drawing/2014/main" id="{328C00B7-DBA3-9A76-8E77-467BB90358EC}"/>
                </a:ext>
              </a:extLst>
            </p:cNvPr>
            <p:cNvSpPr txBox="1"/>
            <p:nvPr/>
          </p:nvSpPr>
          <p:spPr>
            <a:xfrm>
              <a:off x="11190571" y="5631881"/>
              <a:ext cx="420984" cy="230832"/>
            </a:xfrm>
            <a:prstGeom prst="rect">
              <a:avLst/>
            </a:prstGeom>
            <a:noFill/>
          </p:spPr>
          <p:txBody>
            <a:bodyPr wrap="square">
              <a:spAutoFit/>
            </a:bodyPr>
            <a:lstStyle/>
            <a:p>
              <a:r>
                <a:rPr lang="en-US" sz="900"/>
                <a:t>GUI</a:t>
              </a:r>
            </a:p>
          </p:txBody>
        </p:sp>
        <p:pic>
          <p:nvPicPr>
            <p:cNvPr id="100" name="Picture 99">
              <a:extLst>
                <a:ext uri="{FF2B5EF4-FFF2-40B4-BE49-F238E27FC236}">
                  <a16:creationId xmlns:a16="http://schemas.microsoft.com/office/drawing/2014/main" id="{EEF05CB5-6CA1-15CB-C489-37F156318DA1}"/>
                </a:ext>
              </a:extLst>
            </p:cNvPr>
            <p:cNvPicPr>
              <a:picLocks noChangeAspect="1"/>
            </p:cNvPicPr>
            <p:nvPr/>
          </p:nvPicPr>
          <p:blipFill>
            <a:blip r:embed="rId6"/>
            <a:stretch>
              <a:fillRect/>
            </a:stretch>
          </p:blipFill>
          <p:spPr>
            <a:xfrm>
              <a:off x="9475498" y="2610086"/>
              <a:ext cx="581106" cy="190527"/>
            </a:xfrm>
            <a:prstGeom prst="rect">
              <a:avLst/>
            </a:prstGeom>
          </p:spPr>
        </p:pic>
        <p:sp>
          <p:nvSpPr>
            <p:cNvPr id="71" name="TextBox 70">
              <a:extLst>
                <a:ext uri="{FF2B5EF4-FFF2-40B4-BE49-F238E27FC236}">
                  <a16:creationId xmlns:a16="http://schemas.microsoft.com/office/drawing/2014/main" id="{04467442-E5B1-1C18-60FE-4DB09BA7F15C}"/>
                </a:ext>
              </a:extLst>
            </p:cNvPr>
            <p:cNvSpPr txBox="1"/>
            <p:nvPr/>
          </p:nvSpPr>
          <p:spPr>
            <a:xfrm>
              <a:off x="8814059" y="2582238"/>
              <a:ext cx="1799173" cy="246221"/>
            </a:xfrm>
            <a:prstGeom prst="rect">
              <a:avLst/>
            </a:prstGeom>
            <a:noFill/>
          </p:spPr>
          <p:txBody>
            <a:bodyPr wrap="square">
              <a:spAutoFit/>
            </a:bodyPr>
            <a:lstStyle/>
            <a:p>
              <a:r>
                <a:rPr lang="en-US" sz="1000" b="1"/>
                <a:t>Micron_4600_46000010.zip</a:t>
              </a:r>
            </a:p>
          </p:txBody>
        </p:sp>
      </p:grpSp>
      <p:sp>
        <p:nvSpPr>
          <p:cNvPr id="102" name="TextBox 101">
            <a:extLst>
              <a:ext uri="{FF2B5EF4-FFF2-40B4-BE49-F238E27FC236}">
                <a16:creationId xmlns:a16="http://schemas.microsoft.com/office/drawing/2014/main" id="{0025C29F-1B8E-EDCF-4C91-2D812423924C}"/>
              </a:ext>
            </a:extLst>
          </p:cNvPr>
          <p:cNvSpPr txBox="1"/>
          <p:nvPr/>
        </p:nvSpPr>
        <p:spPr>
          <a:xfrm>
            <a:off x="7648912" y="1061618"/>
            <a:ext cx="3612358" cy="369332"/>
          </a:xfrm>
          <a:prstGeom prst="rect">
            <a:avLst/>
          </a:prstGeom>
          <a:noFill/>
        </p:spPr>
        <p:txBody>
          <a:bodyPr wrap="square">
            <a:spAutoFit/>
          </a:bodyPr>
          <a:lstStyle/>
          <a:p>
            <a:pPr>
              <a:spcBef>
                <a:spcPts val="500"/>
              </a:spcBef>
            </a:pPr>
            <a:r>
              <a:rPr lang="en-US" sz="1800" b="1">
                <a:solidFill>
                  <a:schemeClr val="accent1">
                    <a:lumMod val="75000"/>
                  </a:schemeClr>
                </a:solidFill>
                <a:effectLst/>
                <a:latin typeface="Arial" panose="020B0604020202020204" pitchFamily="34" charset="0"/>
              </a:rPr>
              <a:t>What’s Inside a MUP Package?</a:t>
            </a:r>
            <a:endParaRPr lang="en-US" sz="1800" b="1">
              <a:solidFill>
                <a:schemeClr val="accent1">
                  <a:lumMod val="75000"/>
                </a:schemeClr>
              </a:solidFill>
            </a:endParaRPr>
          </a:p>
        </p:txBody>
      </p:sp>
      <p:grpSp>
        <p:nvGrpSpPr>
          <p:cNvPr id="2" name="Group 1">
            <a:extLst>
              <a:ext uri="{FF2B5EF4-FFF2-40B4-BE49-F238E27FC236}">
                <a16:creationId xmlns:a16="http://schemas.microsoft.com/office/drawing/2014/main" id="{9360F891-BEA2-94A7-02E1-AD27E9835734}"/>
              </a:ext>
            </a:extLst>
          </p:cNvPr>
          <p:cNvGrpSpPr/>
          <p:nvPr/>
        </p:nvGrpSpPr>
        <p:grpSpPr>
          <a:xfrm>
            <a:off x="787142" y="1613187"/>
            <a:ext cx="5775986" cy="4857750"/>
            <a:chOff x="787142" y="1613187"/>
            <a:chExt cx="5775986" cy="4857750"/>
          </a:xfrm>
        </p:grpSpPr>
        <p:grpSp>
          <p:nvGrpSpPr>
            <p:cNvPr id="3" name="Group 2">
              <a:extLst>
                <a:ext uri="{FF2B5EF4-FFF2-40B4-BE49-F238E27FC236}">
                  <a16:creationId xmlns:a16="http://schemas.microsoft.com/office/drawing/2014/main" id="{3738C509-BA12-1BBA-8F35-1260286D91D2}"/>
                </a:ext>
              </a:extLst>
            </p:cNvPr>
            <p:cNvGrpSpPr/>
            <p:nvPr/>
          </p:nvGrpSpPr>
          <p:grpSpPr>
            <a:xfrm>
              <a:off x="787142" y="1613187"/>
              <a:ext cx="5738596" cy="4857750"/>
              <a:chOff x="787142" y="1613187"/>
              <a:chExt cx="5738596" cy="4857750"/>
            </a:xfrm>
          </p:grpSpPr>
          <p:pic>
            <p:nvPicPr>
              <p:cNvPr id="8" name="Picture 7">
                <a:extLst>
                  <a:ext uri="{FF2B5EF4-FFF2-40B4-BE49-F238E27FC236}">
                    <a16:creationId xmlns:a16="http://schemas.microsoft.com/office/drawing/2014/main" id="{4FA5AE35-2C71-91E4-E974-B2C63A2A3379}"/>
                  </a:ext>
                </a:extLst>
              </p:cNvPr>
              <p:cNvPicPr>
                <a:picLocks noChangeAspect="1"/>
              </p:cNvPicPr>
              <p:nvPr/>
            </p:nvPicPr>
            <p:blipFill>
              <a:blip r:embed="rId7"/>
              <a:srcRect r="29216"/>
              <a:stretch>
                <a:fillRect/>
              </a:stretch>
            </p:blipFill>
            <p:spPr>
              <a:xfrm>
                <a:off x="2914650" y="1613187"/>
                <a:ext cx="3438525" cy="4857750"/>
              </a:xfrm>
              <a:prstGeom prst="rect">
                <a:avLst/>
              </a:prstGeom>
            </p:spPr>
          </p:pic>
          <p:sp>
            <p:nvSpPr>
              <p:cNvPr id="9" name="TextBox 51">
                <a:extLst>
                  <a:ext uri="{FF2B5EF4-FFF2-40B4-BE49-F238E27FC236}">
                    <a16:creationId xmlns:a16="http://schemas.microsoft.com/office/drawing/2014/main" id="{058D2542-A1E2-E6D7-86DF-E26DFB23ABBF}"/>
                  </a:ext>
                </a:extLst>
              </p:cNvPr>
              <p:cNvSpPr txBox="1"/>
              <p:nvPr/>
            </p:nvSpPr>
            <p:spPr>
              <a:xfrm>
                <a:off x="787142" y="1703985"/>
                <a:ext cx="5738596" cy="307777"/>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5000000000000000000" pitchFamily="2" charset="2"/>
                  <a:buChar char="•"/>
                </a:pPr>
                <a:r>
                  <a:rPr lang="en-US" sz="1400"/>
                  <a:t>Receive Jira request for new firmware MUP.</a:t>
                </a:r>
                <a:endParaRPr lang="en-US"/>
              </a:p>
            </p:txBody>
          </p:sp>
          <p:sp>
            <p:nvSpPr>
              <p:cNvPr id="10" name="TextBox 54">
                <a:extLst>
                  <a:ext uri="{FF2B5EF4-FFF2-40B4-BE49-F238E27FC236}">
                    <a16:creationId xmlns:a16="http://schemas.microsoft.com/office/drawing/2014/main" id="{1EAD36C5-3607-C5DB-D151-90869AEFCF0F}"/>
                  </a:ext>
                </a:extLst>
              </p:cNvPr>
              <p:cNvSpPr txBox="1"/>
              <p:nvPr/>
            </p:nvSpPr>
            <p:spPr>
              <a:xfrm>
                <a:off x="788447" y="2630261"/>
                <a:ext cx="3438525" cy="73866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5000000000000000000" pitchFamily="2" charset="2"/>
                  <a:buChar char="•"/>
                </a:pPr>
                <a:r>
                  <a:rPr lang="en-US" sz="1400"/>
                  <a:t>Update the tool with the latest firmware image and build the new MUP.</a:t>
                </a:r>
                <a:endParaRPr lang="en-US"/>
              </a:p>
            </p:txBody>
          </p:sp>
          <p:sp>
            <p:nvSpPr>
              <p:cNvPr id="11" name="TextBox 56">
                <a:extLst>
                  <a:ext uri="{FF2B5EF4-FFF2-40B4-BE49-F238E27FC236}">
                    <a16:creationId xmlns:a16="http://schemas.microsoft.com/office/drawing/2014/main" id="{DB77E70C-2DF3-C512-4B79-F4A225D2FFE6}"/>
                  </a:ext>
                </a:extLst>
              </p:cNvPr>
              <p:cNvSpPr txBox="1"/>
              <p:nvPr/>
            </p:nvSpPr>
            <p:spPr>
              <a:xfrm>
                <a:off x="787142" y="4042062"/>
                <a:ext cx="3438525" cy="523220"/>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5000000000000000000" pitchFamily="2" charset="2"/>
                  <a:buChar char="•"/>
                </a:pPr>
                <a:r>
                  <a:rPr lang="en-US" sz="1400"/>
                  <a:t>Validate the .exe using Dominion CVT to ensure full functionality.</a:t>
                </a:r>
                <a:endParaRPr lang="en-US"/>
              </a:p>
            </p:txBody>
          </p:sp>
          <p:sp>
            <p:nvSpPr>
              <p:cNvPr id="12" name="TextBox 58">
                <a:extLst>
                  <a:ext uri="{FF2B5EF4-FFF2-40B4-BE49-F238E27FC236}">
                    <a16:creationId xmlns:a16="http://schemas.microsoft.com/office/drawing/2014/main" id="{52B75250-D480-64D3-D533-0BF0F138E8E8}"/>
                  </a:ext>
                </a:extLst>
              </p:cNvPr>
              <p:cNvSpPr txBox="1"/>
              <p:nvPr/>
            </p:nvSpPr>
            <p:spPr>
              <a:xfrm>
                <a:off x="855988" y="5444833"/>
                <a:ext cx="3173087"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ü"/>
                </a:pPr>
                <a:r>
                  <a:rPr lang="en-US" sz="1400"/>
                  <a:t>Package the final tool into a ZIP file and deliver it.</a:t>
                </a:r>
              </a:p>
            </p:txBody>
          </p:sp>
        </p:grpSp>
        <p:sp>
          <p:nvSpPr>
            <p:cNvPr id="4" name="TextBox 102">
              <a:extLst>
                <a:ext uri="{FF2B5EF4-FFF2-40B4-BE49-F238E27FC236}">
                  <a16:creationId xmlns:a16="http://schemas.microsoft.com/office/drawing/2014/main" id="{3AF6AB01-0200-270C-604D-6496592D132E}"/>
                </a:ext>
              </a:extLst>
            </p:cNvPr>
            <p:cNvSpPr txBox="1"/>
            <p:nvPr/>
          </p:nvSpPr>
          <p:spPr>
            <a:xfrm>
              <a:off x="5423838" y="2216486"/>
              <a:ext cx="1071514"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t>New Request</a:t>
              </a:r>
            </a:p>
          </p:txBody>
        </p:sp>
        <p:sp>
          <p:nvSpPr>
            <p:cNvPr id="5" name="TextBox 103">
              <a:extLst>
                <a:ext uri="{FF2B5EF4-FFF2-40B4-BE49-F238E27FC236}">
                  <a16:creationId xmlns:a16="http://schemas.microsoft.com/office/drawing/2014/main" id="{66313BF7-16A6-B66E-7481-C60AB72DDD2B}"/>
                </a:ext>
              </a:extLst>
            </p:cNvPr>
            <p:cNvSpPr txBox="1"/>
            <p:nvPr/>
          </p:nvSpPr>
          <p:spPr>
            <a:xfrm>
              <a:off x="5509697" y="3538405"/>
              <a:ext cx="904479"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t>Build Tool</a:t>
              </a:r>
            </a:p>
          </p:txBody>
        </p:sp>
        <p:sp>
          <p:nvSpPr>
            <p:cNvPr id="6" name="TextBox 104">
              <a:extLst>
                <a:ext uri="{FF2B5EF4-FFF2-40B4-BE49-F238E27FC236}">
                  <a16:creationId xmlns:a16="http://schemas.microsoft.com/office/drawing/2014/main" id="{5C0161BB-C435-7E52-9646-31CD43D24AA3}"/>
                </a:ext>
              </a:extLst>
            </p:cNvPr>
            <p:cNvSpPr txBox="1"/>
            <p:nvPr/>
          </p:nvSpPr>
          <p:spPr>
            <a:xfrm>
              <a:off x="5561861" y="6157545"/>
              <a:ext cx="1001267"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t>Deliver</a:t>
              </a:r>
            </a:p>
          </p:txBody>
        </p:sp>
        <p:sp>
          <p:nvSpPr>
            <p:cNvPr id="7" name="TextBox 105">
              <a:extLst>
                <a:ext uri="{FF2B5EF4-FFF2-40B4-BE49-F238E27FC236}">
                  <a16:creationId xmlns:a16="http://schemas.microsoft.com/office/drawing/2014/main" id="{719607F6-333A-02E5-6028-9E348D0DA58F}"/>
                </a:ext>
              </a:extLst>
            </p:cNvPr>
            <p:cNvSpPr txBox="1"/>
            <p:nvPr/>
          </p:nvSpPr>
          <p:spPr>
            <a:xfrm>
              <a:off x="5509698" y="4847975"/>
              <a:ext cx="873978"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t>Validate</a:t>
              </a:r>
            </a:p>
          </p:txBody>
        </p:sp>
      </p:grpSp>
    </p:spTree>
    <p:extLst>
      <p:ext uri="{BB962C8B-B14F-4D97-AF65-F5344CB8AC3E}">
        <p14:creationId xmlns:p14="http://schemas.microsoft.com/office/powerpoint/2010/main" val="74246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5D72-4AAD-4830-BAAD-8CE8BD9D2887}"/>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C0AA366-AEE9-507F-E5E0-5C962554A375}"/>
                  </a:ext>
                </a:extLst>
              </p14:cNvPr>
              <p14:cNvContentPartPr/>
              <p14:nvPr/>
            </p14:nvContentPartPr>
            <p14:xfrm>
              <a:off x="4050576" y="2120976"/>
              <a:ext cx="360" cy="360"/>
            </p14:xfrm>
          </p:contentPart>
        </mc:Choice>
        <mc:Fallback xmlns="">
          <p:pic>
            <p:nvPicPr>
              <p:cNvPr id="5" name="Ink 4">
                <a:extLst>
                  <a:ext uri="{FF2B5EF4-FFF2-40B4-BE49-F238E27FC236}">
                    <a16:creationId xmlns:a16="http://schemas.microsoft.com/office/drawing/2014/main" id="{3C0AA366-AEE9-507F-E5E0-5C962554A375}"/>
                  </a:ext>
                </a:extLst>
              </p:cNvPr>
              <p:cNvPicPr/>
              <p:nvPr/>
            </p:nvPicPr>
            <p:blipFill>
              <a:blip r:embed="rId4"/>
              <a:stretch>
                <a:fillRect/>
              </a:stretch>
            </p:blipFill>
            <p:spPr>
              <a:xfrm>
                <a:off x="3996576" y="20129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B8292A2D-8860-0B47-7A9F-B595BF39FB98}"/>
                  </a:ext>
                </a:extLst>
              </p14:cNvPr>
              <p14:cNvContentPartPr/>
              <p14:nvPr/>
            </p14:nvContentPartPr>
            <p14:xfrm>
              <a:off x="4151376" y="2120976"/>
              <a:ext cx="360" cy="360"/>
            </p14:xfrm>
          </p:contentPart>
        </mc:Choice>
        <mc:Fallback xmlns="">
          <p:pic>
            <p:nvPicPr>
              <p:cNvPr id="7" name="Ink 6">
                <a:extLst>
                  <a:ext uri="{FF2B5EF4-FFF2-40B4-BE49-F238E27FC236}">
                    <a16:creationId xmlns:a16="http://schemas.microsoft.com/office/drawing/2014/main" id="{B8292A2D-8860-0B47-7A9F-B595BF39FB98}"/>
                  </a:ext>
                </a:extLst>
              </p:cNvPr>
              <p:cNvPicPr/>
              <p:nvPr/>
            </p:nvPicPr>
            <p:blipFill>
              <a:blip r:embed="rId4"/>
              <a:stretch>
                <a:fillRect/>
              </a:stretch>
            </p:blipFill>
            <p:spPr>
              <a:xfrm>
                <a:off x="4097376" y="2012976"/>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A17C9201-98A2-1218-09C4-61BE2CEEB53C}"/>
                  </a:ext>
                </a:extLst>
              </p14:cNvPr>
              <p14:cNvContentPartPr/>
              <p14:nvPr/>
            </p14:nvContentPartPr>
            <p14:xfrm>
              <a:off x="4188096" y="2120976"/>
              <a:ext cx="360" cy="360"/>
            </p14:xfrm>
          </p:contentPart>
        </mc:Choice>
        <mc:Fallback xmlns="">
          <p:pic>
            <p:nvPicPr>
              <p:cNvPr id="8" name="Ink 7">
                <a:extLst>
                  <a:ext uri="{FF2B5EF4-FFF2-40B4-BE49-F238E27FC236}">
                    <a16:creationId xmlns:a16="http://schemas.microsoft.com/office/drawing/2014/main" id="{A17C9201-98A2-1218-09C4-61BE2CEEB53C}"/>
                  </a:ext>
                </a:extLst>
              </p:cNvPr>
              <p:cNvPicPr/>
              <p:nvPr/>
            </p:nvPicPr>
            <p:blipFill>
              <a:blip r:embed="rId4"/>
              <a:stretch>
                <a:fillRect/>
              </a:stretch>
            </p:blipFill>
            <p:spPr>
              <a:xfrm>
                <a:off x="4134096" y="2012976"/>
                <a:ext cx="108000" cy="216000"/>
              </a:xfrm>
              <a:prstGeom prst="rect">
                <a:avLst/>
              </a:prstGeom>
            </p:spPr>
          </p:pic>
        </mc:Fallback>
      </mc:AlternateContent>
      <p:sp>
        <p:nvSpPr>
          <p:cNvPr id="6" name="Content Placeholder 2">
            <a:extLst>
              <a:ext uri="{FF2B5EF4-FFF2-40B4-BE49-F238E27FC236}">
                <a16:creationId xmlns:a16="http://schemas.microsoft.com/office/drawing/2014/main" id="{AC8A64ED-C7DA-6070-CB81-8C9EA1CAE9BB}"/>
              </a:ext>
            </a:extLst>
          </p:cNvPr>
          <p:cNvSpPr>
            <a:spLocks noGrp="1"/>
          </p:cNvSpPr>
          <p:nvPr>
            <p:ph sz="half" idx="1"/>
          </p:nvPr>
        </p:nvSpPr>
        <p:spPr>
          <a:xfrm>
            <a:off x="484630" y="1555039"/>
            <a:ext cx="4925570" cy="2602992"/>
          </a:xfrm>
        </p:spPr>
        <p:txBody>
          <a:bodyPr vert="horz" lIns="0" tIns="0" rIns="0" bIns="0" spcCol="484632" rtlCol="0" anchorCtr="0">
            <a:normAutofit fontScale="92500" lnSpcReduction="10000"/>
          </a:bodyPr>
          <a:lstStyle/>
          <a:p>
            <a:pPr marL="102870" marR="0" lvl="0" indent="-285750" fontAlgn="auto">
              <a:spcBef>
                <a:spcPts val="0"/>
              </a:spcBef>
              <a:spcAft>
                <a:spcPts val="600"/>
              </a:spcAft>
              <a:buSzTx/>
              <a:buFont typeface="Wingdings" panose="05000000000000000000" pitchFamily="2" charset="2"/>
              <a:buChar char="ü"/>
              <a:tabLst/>
              <a:defRPr/>
            </a:pPr>
            <a:r>
              <a:rPr lang="en-US" sz="1400" dirty="0"/>
              <a:t>The MUP tool delivered is validated in the DELL Environment.</a:t>
            </a:r>
          </a:p>
          <a:p>
            <a:pPr marL="102870" marR="0" lvl="0" indent="-285750" fontAlgn="auto">
              <a:spcBef>
                <a:spcPts val="0"/>
              </a:spcBef>
              <a:spcAft>
                <a:spcPts val="600"/>
              </a:spcAft>
              <a:buSzTx/>
              <a:buFont typeface="Wingdings" panose="05000000000000000000" pitchFamily="2" charset="2"/>
              <a:buChar char="ü"/>
              <a:tabLst/>
              <a:defRPr/>
            </a:pPr>
            <a:endParaRPr lang="en-US" sz="1400" dirty="0"/>
          </a:p>
          <a:p>
            <a:pPr marL="102870" marR="0" lvl="0" indent="-285750" fontAlgn="auto">
              <a:spcBef>
                <a:spcPts val="0"/>
              </a:spcBef>
              <a:spcAft>
                <a:spcPts val="600"/>
              </a:spcAft>
              <a:buSzTx/>
              <a:buFont typeface="Wingdings" panose="05000000000000000000" pitchFamily="2" charset="2"/>
              <a:buChar char="ü"/>
              <a:tabLst/>
              <a:defRPr/>
            </a:pPr>
            <a:r>
              <a:rPr lang="en-US" sz="1400" b="1" dirty="0"/>
              <a:t>Operational Modes:</a:t>
            </a:r>
            <a:endParaRPr kumimoji="0" lang="en-US" sz="1400" b="1" i="0" u="none" strike="noStrike" cap="none" spc="0" normalizeH="0" baseline="0" noProof="0" dirty="0">
              <a:ln>
                <a:noFill/>
              </a:ln>
              <a:effectLst/>
              <a:uLnTx/>
              <a:uFillTx/>
            </a:endParaRPr>
          </a:p>
          <a:p>
            <a:pPr marL="468630" lvl="2" indent="-285750">
              <a:spcBef>
                <a:spcPts val="0"/>
              </a:spcBef>
              <a:spcAft>
                <a:spcPts val="600"/>
              </a:spcAft>
              <a:buFont typeface="Wingdings" panose="05000000000000000000" pitchFamily="2" charset="2"/>
              <a:buChar char="ü"/>
              <a:defRPr/>
            </a:pPr>
            <a:r>
              <a:rPr kumimoji="0" lang="en-US" sz="1400" b="1" i="0" u="none" strike="noStrike" cap="none" spc="0" normalizeH="0" baseline="0" noProof="0" dirty="0">
                <a:ln>
                  <a:noFill/>
                </a:ln>
                <a:solidFill>
                  <a:schemeClr val="accent1">
                    <a:lumMod val="75000"/>
                  </a:schemeClr>
                </a:solidFill>
                <a:effectLst/>
                <a:uLnTx/>
                <a:uFillTx/>
              </a:rPr>
              <a:t>Unattended </a:t>
            </a:r>
            <a:r>
              <a:rPr lang="en-US" sz="1400" b="1" dirty="0">
                <a:solidFill>
                  <a:schemeClr val="accent1">
                    <a:lumMod val="75000"/>
                  </a:schemeClr>
                </a:solidFill>
              </a:rPr>
              <a:t>Mode: </a:t>
            </a:r>
            <a:r>
              <a:rPr lang="en-US" sz="1400" dirty="0"/>
              <a:t>No user intervention required.</a:t>
            </a:r>
          </a:p>
          <a:p>
            <a:pPr marL="468630" lvl="2" indent="-285750">
              <a:spcBef>
                <a:spcPts val="0"/>
              </a:spcBef>
              <a:spcAft>
                <a:spcPts val="600"/>
              </a:spcAft>
              <a:buFont typeface="Wingdings" panose="05000000000000000000" pitchFamily="2" charset="2"/>
              <a:buChar char="ü"/>
              <a:defRPr/>
            </a:pPr>
            <a:r>
              <a:rPr kumimoji="0" lang="en-US" sz="1400" b="1" i="0" u="none" strike="noStrike" cap="none" spc="0" normalizeH="0" baseline="0" noProof="0" dirty="0">
                <a:ln>
                  <a:noFill/>
                </a:ln>
                <a:solidFill>
                  <a:schemeClr val="accent1">
                    <a:lumMod val="75000"/>
                  </a:schemeClr>
                </a:solidFill>
                <a:effectLst/>
                <a:uLnTx/>
                <a:uFillTx/>
              </a:rPr>
              <a:t>Attended Mode</a:t>
            </a:r>
            <a:r>
              <a:rPr lang="en-US" sz="1400" b="1" dirty="0">
                <a:solidFill>
                  <a:schemeClr val="accent1">
                    <a:lumMod val="75000"/>
                  </a:schemeClr>
                </a:solidFill>
              </a:rPr>
              <a:t>: </a:t>
            </a:r>
            <a:r>
              <a:rPr lang="en-US" sz="1400" dirty="0"/>
              <a:t>GUI mode, for user monitoring.</a:t>
            </a:r>
          </a:p>
          <a:p>
            <a:pPr marL="182880" lvl="2" indent="0">
              <a:spcBef>
                <a:spcPts val="0"/>
              </a:spcBef>
              <a:spcAft>
                <a:spcPts val="600"/>
              </a:spcAft>
              <a:buNone/>
              <a:defRPr/>
            </a:pPr>
            <a:endParaRPr lang="en-US" sz="1400" dirty="0"/>
          </a:p>
          <a:p>
            <a:pPr marL="285750" lvl="1" indent="-285750">
              <a:spcBef>
                <a:spcPts val="0"/>
              </a:spcBef>
              <a:spcAft>
                <a:spcPts val="600"/>
              </a:spcAft>
              <a:buFont typeface="Wingdings" panose="05000000000000000000" pitchFamily="2" charset="2"/>
              <a:buChar char="ü"/>
              <a:defRPr/>
            </a:pPr>
            <a:r>
              <a:rPr kumimoji="0" lang="en-US" sz="1400" b="1" i="0" u="none" strike="noStrike" cap="none" spc="0" normalizeH="0" baseline="0" noProof="0" dirty="0">
                <a:ln>
                  <a:noFill/>
                </a:ln>
                <a:effectLst/>
                <a:uLnTx/>
                <a:uFillTx/>
              </a:rPr>
              <a:t>Final Status: </a:t>
            </a:r>
          </a:p>
          <a:p>
            <a:pPr marL="468630" lvl="2" indent="-285750">
              <a:spcBef>
                <a:spcPts val="0"/>
              </a:spcBef>
              <a:spcAft>
                <a:spcPts val="600"/>
              </a:spcAft>
              <a:buFont typeface="Wingdings" panose="05000000000000000000" pitchFamily="2" charset="2"/>
              <a:buChar char="ü"/>
              <a:defRPr/>
            </a:pPr>
            <a:r>
              <a:rPr lang="en-US" sz="1400" dirty="0">
                <a:solidFill>
                  <a:schemeClr val="accent1">
                    <a:lumMod val="75000"/>
                  </a:schemeClr>
                </a:solidFill>
              </a:rPr>
              <a:t>Pass</a:t>
            </a:r>
          </a:p>
          <a:p>
            <a:pPr marL="468630" lvl="2" indent="-285750">
              <a:spcBef>
                <a:spcPts val="0"/>
              </a:spcBef>
              <a:spcAft>
                <a:spcPts val="600"/>
              </a:spcAft>
              <a:buFont typeface="Wingdings" panose="05000000000000000000" pitchFamily="2" charset="2"/>
              <a:buChar char="ü"/>
              <a:defRPr/>
            </a:pPr>
            <a:r>
              <a:rPr kumimoji="0" lang="en-US" sz="1400" b="0" i="0" u="none" strike="noStrike" cap="none" spc="0" normalizeH="0" baseline="0" noProof="0" dirty="0">
                <a:ln>
                  <a:noFill/>
                </a:ln>
                <a:solidFill>
                  <a:schemeClr val="accent1">
                    <a:lumMod val="75000"/>
                  </a:schemeClr>
                </a:solidFill>
                <a:effectLst/>
                <a:uLnTx/>
                <a:uFillTx/>
              </a:rPr>
              <a:t>Warning</a:t>
            </a:r>
          </a:p>
          <a:p>
            <a:pPr marL="468630" lvl="2" indent="-285750">
              <a:spcBef>
                <a:spcPts val="0"/>
              </a:spcBef>
              <a:spcAft>
                <a:spcPts val="600"/>
              </a:spcAft>
              <a:buFont typeface="Arial" panose="020B0604020202020204" pitchFamily="34" charset="0"/>
              <a:buChar char="×"/>
              <a:defRPr/>
            </a:pPr>
            <a:r>
              <a:rPr lang="en-US" sz="1400" dirty="0">
                <a:solidFill>
                  <a:schemeClr val="accent1">
                    <a:lumMod val="75000"/>
                  </a:schemeClr>
                </a:solidFill>
              </a:rPr>
              <a:t>Fail</a:t>
            </a:r>
            <a:endParaRPr kumimoji="0" lang="en-US" sz="1400" b="0" i="0" u="none" strike="noStrike" cap="none" spc="0" normalizeH="0" baseline="0" noProof="0" dirty="0">
              <a:ln>
                <a:noFill/>
              </a:ln>
              <a:solidFill>
                <a:schemeClr val="accent1">
                  <a:lumMod val="75000"/>
                </a:schemeClr>
              </a:solidFill>
              <a:effectLst/>
              <a:uLnTx/>
              <a:uFillTx/>
            </a:endParaRPr>
          </a:p>
        </p:txBody>
      </p:sp>
      <p:pic>
        <p:nvPicPr>
          <p:cNvPr id="10" name="Picture 9">
            <a:extLst>
              <a:ext uri="{FF2B5EF4-FFF2-40B4-BE49-F238E27FC236}">
                <a16:creationId xmlns:a16="http://schemas.microsoft.com/office/drawing/2014/main" id="{6162BF06-2E26-F77E-8A67-0BC956519C4A}"/>
              </a:ext>
            </a:extLst>
          </p:cNvPr>
          <p:cNvPicPr>
            <a:picLocks noChangeAspect="1"/>
          </p:cNvPicPr>
          <p:nvPr/>
        </p:nvPicPr>
        <p:blipFill>
          <a:blip r:embed="rId7"/>
          <a:stretch>
            <a:fillRect/>
          </a:stretch>
        </p:blipFill>
        <p:spPr>
          <a:xfrm>
            <a:off x="5582088" y="1166216"/>
            <a:ext cx="6043822" cy="3301591"/>
          </a:xfrm>
          <a:prstGeom prst="rect">
            <a:avLst/>
          </a:prstGeom>
        </p:spPr>
      </p:pic>
      <p:sp>
        <p:nvSpPr>
          <p:cNvPr id="16" name="Rectangle 15">
            <a:extLst>
              <a:ext uri="{FF2B5EF4-FFF2-40B4-BE49-F238E27FC236}">
                <a16:creationId xmlns:a16="http://schemas.microsoft.com/office/drawing/2014/main" id="{BDD8EFE6-9544-6C9F-F670-250D81B2BF28}"/>
              </a:ext>
            </a:extLst>
          </p:cNvPr>
          <p:cNvSpPr/>
          <p:nvPr/>
        </p:nvSpPr>
        <p:spPr>
          <a:xfrm>
            <a:off x="7276261" y="2812698"/>
            <a:ext cx="1336111" cy="228213"/>
          </a:xfrm>
          <a:prstGeom prst="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00000"/>
              </a:lnSpc>
            </a:pPr>
            <a:endParaRPr lang="en-US" sz="1800"/>
          </a:p>
        </p:txBody>
      </p:sp>
      <p:sp>
        <p:nvSpPr>
          <p:cNvPr id="17" name="Rectangle 16">
            <a:extLst>
              <a:ext uri="{FF2B5EF4-FFF2-40B4-BE49-F238E27FC236}">
                <a16:creationId xmlns:a16="http://schemas.microsoft.com/office/drawing/2014/main" id="{41CDD1E7-7FE2-0519-1C17-384E9FB88F12}"/>
              </a:ext>
            </a:extLst>
          </p:cNvPr>
          <p:cNvSpPr/>
          <p:nvPr/>
        </p:nvSpPr>
        <p:spPr>
          <a:xfrm>
            <a:off x="7421526" y="2668770"/>
            <a:ext cx="733646" cy="114974"/>
          </a:xfrm>
          <a:prstGeom prst="rect">
            <a:avLst/>
          </a:prstGeom>
          <a:noFill/>
          <a:ln w="19050" cap="flat" cmpd="sng" algn="ctr">
            <a:solidFill>
              <a:srgbClr val="00891C"/>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lnSpc>
                <a:spcPct val="100000"/>
              </a:lnSpc>
            </a:pPr>
            <a:endParaRPr lang="en-US" sz="1800"/>
          </a:p>
        </p:txBody>
      </p:sp>
      <p:pic>
        <p:nvPicPr>
          <p:cNvPr id="4" name="Picture 3">
            <a:extLst>
              <a:ext uri="{FF2B5EF4-FFF2-40B4-BE49-F238E27FC236}">
                <a16:creationId xmlns:a16="http://schemas.microsoft.com/office/drawing/2014/main" id="{9D0324F5-B9E9-C46D-B8EE-68DC198182A1}"/>
              </a:ext>
            </a:extLst>
          </p:cNvPr>
          <p:cNvPicPr>
            <a:picLocks noChangeAspect="1"/>
          </p:cNvPicPr>
          <p:nvPr/>
        </p:nvPicPr>
        <p:blipFill>
          <a:blip r:embed="rId8"/>
          <a:stretch>
            <a:fillRect/>
          </a:stretch>
        </p:blipFill>
        <p:spPr>
          <a:xfrm>
            <a:off x="5582088" y="3155938"/>
            <a:ext cx="6043822" cy="3167014"/>
          </a:xfrm>
          <a:prstGeom prst="rect">
            <a:avLst/>
          </a:prstGeom>
        </p:spPr>
      </p:pic>
      <p:sp>
        <p:nvSpPr>
          <p:cNvPr id="15" name="Rectangle 14">
            <a:extLst>
              <a:ext uri="{FF2B5EF4-FFF2-40B4-BE49-F238E27FC236}">
                <a16:creationId xmlns:a16="http://schemas.microsoft.com/office/drawing/2014/main" id="{4B687E90-9305-BF6A-A0E3-E7F66BF7C9BD}"/>
              </a:ext>
            </a:extLst>
          </p:cNvPr>
          <p:cNvSpPr/>
          <p:nvPr/>
        </p:nvSpPr>
        <p:spPr>
          <a:xfrm>
            <a:off x="8149127" y="4189931"/>
            <a:ext cx="271861" cy="872602"/>
          </a:xfrm>
          <a:prstGeom prst="rect">
            <a:avLst/>
          </a:prstGeom>
          <a:noFill/>
          <a:ln w="28575" cap="flat" cmpd="sng" algn="ctr">
            <a:solidFill>
              <a:srgbClr val="01AB0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00000"/>
              </a:lnSpc>
            </a:pPr>
            <a:endParaRPr lang="en-US" sz="1800"/>
          </a:p>
        </p:txBody>
      </p:sp>
      <p:sp>
        <p:nvSpPr>
          <p:cNvPr id="11" name="Title 1">
            <a:extLst>
              <a:ext uri="{FF2B5EF4-FFF2-40B4-BE49-F238E27FC236}">
                <a16:creationId xmlns:a16="http://schemas.microsoft.com/office/drawing/2014/main" id="{423774C8-031F-3240-2D1B-6428ED041DE4}"/>
              </a:ext>
            </a:extLst>
          </p:cNvPr>
          <p:cNvSpPr txBox="1">
            <a:spLocks/>
          </p:cNvSpPr>
          <p:nvPr/>
        </p:nvSpPr>
        <p:spPr>
          <a:xfrm>
            <a:off x="156877" y="372832"/>
            <a:ext cx="12110088" cy="530352"/>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gn="ctr"/>
            <a:r>
              <a:rPr lang="en-US" dirty="0">
                <a:solidFill>
                  <a:srgbClr val="FFFFFF"/>
                </a:solidFill>
                <a:latin typeface="Arial" panose="020B0604020202020204" pitchFamily="34" charset="0"/>
              </a:rPr>
              <a:t>Validating MUP Package via </a:t>
            </a:r>
            <a:r>
              <a:rPr lang="en-US" dirty="0">
                <a:solidFill>
                  <a:schemeClr val="accent3">
                    <a:lumMod val="75000"/>
                  </a:schemeClr>
                </a:solidFill>
                <a:latin typeface="Arial" panose="020B0604020202020204" pitchFamily="34" charset="0"/>
              </a:rPr>
              <a:t>DELL</a:t>
            </a:r>
            <a:r>
              <a:rPr lang="en-US" dirty="0">
                <a:solidFill>
                  <a:srgbClr val="FFFFFF"/>
                </a:solidFill>
                <a:latin typeface="Arial" panose="020B0604020202020204" pitchFamily="34" charset="0"/>
              </a:rPr>
              <a:t> </a:t>
            </a:r>
            <a:r>
              <a:rPr lang="en-US" dirty="0">
                <a:solidFill>
                  <a:schemeClr val="accent3">
                    <a:lumMod val="75000"/>
                  </a:schemeClr>
                </a:solidFill>
                <a:latin typeface="Arial" panose="020B0604020202020204" pitchFamily="34" charset="0"/>
              </a:rPr>
              <a:t>DOMINION</a:t>
            </a:r>
            <a:r>
              <a:rPr lang="en-US" dirty="0">
                <a:solidFill>
                  <a:srgbClr val="FFFFFF"/>
                </a:solidFill>
                <a:latin typeface="Arial" panose="020B0604020202020204" pitchFamily="34" charset="0"/>
              </a:rPr>
              <a:t> </a:t>
            </a:r>
            <a:endParaRPr lang="en-US" dirty="0"/>
          </a:p>
        </p:txBody>
      </p:sp>
    </p:spTree>
    <p:extLst>
      <p:ext uri="{BB962C8B-B14F-4D97-AF65-F5344CB8AC3E}">
        <p14:creationId xmlns:p14="http://schemas.microsoft.com/office/powerpoint/2010/main" val="858258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C46255C-209C-6D49-6B82-1653F23C0979}"/>
              </a:ext>
            </a:extLst>
          </p:cNvPr>
          <p:cNvSpPr/>
          <p:nvPr/>
        </p:nvSpPr>
        <p:spPr>
          <a:xfrm>
            <a:off x="468352" y="4589667"/>
            <a:ext cx="3536720" cy="1706522"/>
          </a:xfrm>
          <a:prstGeom prst="rect">
            <a:avLst/>
          </a:prstGeom>
          <a:solidFill>
            <a:srgbClr val="262626"/>
          </a:solidFill>
          <a:ln w="12700" cap="sq">
            <a:noFill/>
            <a:miter lim="800000"/>
          </a:ln>
          <a:effectLst/>
        </p:spPr>
        <p:txBody>
          <a:bodyPr lIns="182880" tIns="45720" rIns="182880" bIns="45720" rtlCol="0" anchor="ctr"/>
          <a:lstStyle/>
          <a:p>
            <a:r>
              <a:rPr lang="en-US" sz="5400"/>
              <a:t>Expensive</a:t>
            </a:r>
            <a:endParaRPr lang="en-US"/>
          </a:p>
        </p:txBody>
      </p:sp>
      <p:sp>
        <p:nvSpPr>
          <p:cNvPr id="16" name="Rectangle 15">
            <a:extLst>
              <a:ext uri="{FF2B5EF4-FFF2-40B4-BE49-F238E27FC236}">
                <a16:creationId xmlns:a16="http://schemas.microsoft.com/office/drawing/2014/main" id="{C16FE69F-7BA0-D485-540D-56C85BF6279D}"/>
              </a:ext>
            </a:extLst>
          </p:cNvPr>
          <p:cNvSpPr/>
          <p:nvPr/>
        </p:nvSpPr>
        <p:spPr>
          <a:xfrm>
            <a:off x="2186576" y="574775"/>
            <a:ext cx="7779789" cy="1637338"/>
          </a:xfrm>
          <a:prstGeom prst="rect">
            <a:avLst/>
          </a:prstGeom>
          <a:solidFill>
            <a:srgbClr val="262626"/>
          </a:solidFill>
          <a:ln w="12700" cap="sq">
            <a:noFill/>
            <a:miter lim="800000"/>
          </a:ln>
          <a:effectLst/>
        </p:spPr>
        <p:txBody>
          <a:bodyPr lIns="182880" tIns="45720" rIns="182880" bIns="45720" rtlCol="0" anchor="ctr"/>
          <a:lstStyle/>
          <a:p>
            <a:pPr algn="ctr">
              <a:lnSpc>
                <a:spcPct val="90000"/>
              </a:lnSpc>
              <a:spcBef>
                <a:spcPts val="1200"/>
              </a:spcBef>
              <a:defRPr/>
            </a:pPr>
            <a:r>
              <a:rPr lang="en-US" sz="3600" b="1" kern="0"/>
              <a:t>Challenges</a:t>
            </a:r>
          </a:p>
          <a:p>
            <a:pPr algn="ctr">
              <a:lnSpc>
                <a:spcPct val="90000"/>
              </a:lnSpc>
              <a:spcBef>
                <a:spcPts val="1200"/>
              </a:spcBef>
              <a:defRPr/>
            </a:pPr>
            <a:r>
              <a:rPr lang="en-US" b="1" i="1" kern="0"/>
              <a:t>With the Existing MUP Tool</a:t>
            </a:r>
          </a:p>
        </p:txBody>
      </p:sp>
      <p:sp>
        <p:nvSpPr>
          <p:cNvPr id="17" name="Rectangle 16">
            <a:extLst>
              <a:ext uri="{FF2B5EF4-FFF2-40B4-BE49-F238E27FC236}">
                <a16:creationId xmlns:a16="http://schemas.microsoft.com/office/drawing/2014/main" id="{5F4547AC-FAC7-8CFB-EA67-6D79EB860BEB}"/>
              </a:ext>
            </a:extLst>
          </p:cNvPr>
          <p:cNvSpPr/>
          <p:nvPr/>
        </p:nvSpPr>
        <p:spPr>
          <a:xfrm>
            <a:off x="4261104" y="4589667"/>
            <a:ext cx="2763788" cy="1706522"/>
          </a:xfrm>
          <a:prstGeom prst="rect">
            <a:avLst/>
          </a:prstGeom>
          <a:solidFill>
            <a:srgbClr val="262626"/>
          </a:solidFill>
          <a:ln w="12700" cap="sq">
            <a:noFill/>
            <a:miter lim="800000"/>
          </a:ln>
          <a:effectLst/>
        </p:spPr>
        <p:txBody>
          <a:bodyPr lIns="182880" tIns="45720" rIns="182880" bIns="45720" rtlCol="0" anchor="ctr"/>
          <a:lstStyle/>
          <a:p>
            <a:r>
              <a:rPr lang="en-US" sz="5400"/>
              <a:t>Large </a:t>
            </a:r>
            <a:r>
              <a:rPr lang="en-US" sz="3600"/>
              <a:t>Executable</a:t>
            </a:r>
          </a:p>
        </p:txBody>
      </p:sp>
      <p:sp>
        <p:nvSpPr>
          <p:cNvPr id="18" name="Rectangle 17">
            <a:extLst>
              <a:ext uri="{FF2B5EF4-FFF2-40B4-BE49-F238E27FC236}">
                <a16:creationId xmlns:a16="http://schemas.microsoft.com/office/drawing/2014/main" id="{DB82DA88-EAFB-B1F0-BE5B-C46045844F62}"/>
              </a:ext>
            </a:extLst>
          </p:cNvPr>
          <p:cNvSpPr/>
          <p:nvPr/>
        </p:nvSpPr>
        <p:spPr>
          <a:xfrm>
            <a:off x="4919471" y="2558276"/>
            <a:ext cx="3494527" cy="1706522"/>
          </a:xfrm>
          <a:prstGeom prst="rect">
            <a:avLst/>
          </a:prstGeom>
          <a:solidFill>
            <a:srgbClr val="262626"/>
          </a:solidFill>
          <a:ln w="12700" cap="sq">
            <a:noFill/>
            <a:miter lim="800000"/>
          </a:ln>
          <a:effectLst/>
        </p:spPr>
        <p:txBody>
          <a:bodyPr lIns="182880" tIns="457200" rIns="182880" bIns="457200" rtlCol="0" anchor="ctr"/>
          <a:lstStyle/>
          <a:p>
            <a:pPr lvl="0">
              <a:lnSpc>
                <a:spcPct val="90000"/>
              </a:lnSpc>
              <a:defRPr/>
            </a:pPr>
            <a:r>
              <a:rPr lang="da-DK" sz="5400" b="1" kern="0" spc="-150">
                <a:solidFill>
                  <a:srgbClr val="FF0000"/>
                </a:solidFill>
              </a:rPr>
              <a:t>30MB+</a:t>
            </a:r>
          </a:p>
          <a:p>
            <a:pPr lvl="0">
              <a:defRPr/>
            </a:pPr>
            <a:r>
              <a:rPr lang="en-US" sz="1600" kern="0"/>
              <a:t>QT Rendering Engine and</a:t>
            </a:r>
          </a:p>
          <a:p>
            <a:pPr lvl="0">
              <a:defRPr/>
            </a:pPr>
            <a:r>
              <a:rPr lang="en-US" sz="1600" kern="0"/>
              <a:t>QT Widgets Libraries</a:t>
            </a:r>
            <a:endParaRPr lang="en-US" sz="1600" kern="0">
              <a:cs typeface="Arial"/>
            </a:endParaRPr>
          </a:p>
        </p:txBody>
      </p:sp>
      <p:sp>
        <p:nvSpPr>
          <p:cNvPr id="19" name="Rectangle 18">
            <a:extLst>
              <a:ext uri="{FF2B5EF4-FFF2-40B4-BE49-F238E27FC236}">
                <a16:creationId xmlns:a16="http://schemas.microsoft.com/office/drawing/2014/main" id="{24DEA94B-5FC9-965B-F3E6-F8EFA59259EC}"/>
              </a:ext>
            </a:extLst>
          </p:cNvPr>
          <p:cNvSpPr/>
          <p:nvPr/>
        </p:nvSpPr>
        <p:spPr>
          <a:xfrm>
            <a:off x="8679232" y="2558276"/>
            <a:ext cx="3285097" cy="1706522"/>
          </a:xfrm>
          <a:prstGeom prst="rect">
            <a:avLst/>
          </a:prstGeom>
          <a:solidFill>
            <a:srgbClr val="262626"/>
          </a:solidFill>
          <a:ln w="12700" cap="sq">
            <a:noFill/>
            <a:miter lim="800000"/>
          </a:ln>
          <a:effectLst/>
        </p:spPr>
        <p:txBody>
          <a:bodyPr lIns="182880" tIns="45720" rIns="182880" bIns="45720" rtlCol="0" anchor="ctr"/>
          <a:lstStyle/>
          <a:p>
            <a:pPr>
              <a:lnSpc>
                <a:spcPct val="90000"/>
              </a:lnSpc>
              <a:defRPr/>
            </a:pPr>
            <a:r>
              <a:rPr lang="da-DK" sz="4400" b="1" kern="0" spc="-100">
                <a:solidFill>
                  <a:srgbClr val="FF0000"/>
                </a:solidFill>
              </a:rPr>
              <a:t>Up to 80MB RAM</a:t>
            </a:r>
          </a:p>
          <a:p>
            <a:pPr>
              <a:lnSpc>
                <a:spcPct val="90000"/>
              </a:lnSpc>
              <a:defRPr/>
            </a:pPr>
            <a:r>
              <a:rPr lang="da-DK" kern="0" spc="-100">
                <a:cs typeface="Arial"/>
              </a:rPr>
              <a:t>High Memory Footprint</a:t>
            </a:r>
            <a:endParaRPr lang="da-DK" kern="0" spc="-100" dirty="0">
              <a:cs typeface="Arial"/>
            </a:endParaRPr>
          </a:p>
        </p:txBody>
      </p:sp>
      <p:sp>
        <p:nvSpPr>
          <p:cNvPr id="20" name="Rectangle 19">
            <a:extLst>
              <a:ext uri="{FF2B5EF4-FFF2-40B4-BE49-F238E27FC236}">
                <a16:creationId xmlns:a16="http://schemas.microsoft.com/office/drawing/2014/main" id="{3ACE2392-1A53-2263-CD4D-A3B4B56634D6}"/>
              </a:ext>
            </a:extLst>
          </p:cNvPr>
          <p:cNvSpPr/>
          <p:nvPr/>
        </p:nvSpPr>
        <p:spPr>
          <a:xfrm>
            <a:off x="468350" y="2558276"/>
            <a:ext cx="4164421" cy="1706522"/>
          </a:xfrm>
          <a:prstGeom prst="rect">
            <a:avLst/>
          </a:prstGeom>
          <a:solidFill>
            <a:srgbClr val="262626"/>
          </a:solidFill>
          <a:ln w="12700" cap="sq">
            <a:noFill/>
            <a:miter lim="800000"/>
          </a:ln>
          <a:effectLst/>
        </p:spPr>
        <p:txBody>
          <a:bodyPr lIns="182880" tIns="45720" rIns="182880" bIns="45720" rtlCol="0" anchor="ctr"/>
          <a:lstStyle/>
          <a:p>
            <a:pPr lvl="0">
              <a:lnSpc>
                <a:spcPct val="90000"/>
              </a:lnSpc>
              <a:defRPr/>
            </a:pPr>
            <a:r>
              <a:rPr lang="en-US" sz="5400" b="1">
                <a:solidFill>
                  <a:srgbClr val="FF0000"/>
                </a:solidFill>
                <a:cs typeface="Arial"/>
              </a:rPr>
              <a:t>₹</a:t>
            </a:r>
            <a:r>
              <a:rPr lang="en-US" sz="5400" b="1" kern="0" spc="-150">
                <a:solidFill>
                  <a:srgbClr val="FF0000"/>
                </a:solidFill>
                <a:cs typeface="Arial"/>
              </a:rPr>
              <a:t>4.25L</a:t>
            </a:r>
            <a:endParaRPr lang="en-US"/>
          </a:p>
          <a:p>
            <a:pPr>
              <a:lnSpc>
                <a:spcPct val="90000"/>
              </a:lnSpc>
              <a:defRPr/>
            </a:pPr>
            <a:r>
              <a:rPr lang="en-US" sz="1600"/>
              <a:t>Per Year Per Licensed Developer</a:t>
            </a:r>
          </a:p>
        </p:txBody>
      </p:sp>
      <p:sp>
        <p:nvSpPr>
          <p:cNvPr id="2" name="Rectangle 1">
            <a:extLst>
              <a:ext uri="{FF2B5EF4-FFF2-40B4-BE49-F238E27FC236}">
                <a16:creationId xmlns:a16="http://schemas.microsoft.com/office/drawing/2014/main" id="{F00BFA17-0503-C4A5-5F78-F3D191FF3D95}"/>
              </a:ext>
            </a:extLst>
          </p:cNvPr>
          <p:cNvSpPr/>
          <p:nvPr/>
        </p:nvSpPr>
        <p:spPr>
          <a:xfrm>
            <a:off x="7563062" y="4618895"/>
            <a:ext cx="4390534" cy="1674327"/>
          </a:xfrm>
          <a:prstGeom prst="rect">
            <a:avLst/>
          </a:prstGeom>
          <a:solidFill>
            <a:srgbClr val="262626"/>
          </a:solidFill>
          <a:ln w="12700" cap="sq">
            <a:noFill/>
            <a:miter lim="800000"/>
          </a:ln>
          <a:effectLst/>
        </p:spPr>
        <p:txBody>
          <a:bodyPr lIns="182880" tIns="45720" rIns="182880" bIns="45720" rtlCol="0" anchor="ctr"/>
          <a:lstStyle/>
          <a:p>
            <a:pPr>
              <a:lnSpc>
                <a:spcPct val="90000"/>
              </a:lnSpc>
              <a:defRPr/>
            </a:pPr>
            <a:r>
              <a:rPr lang="da-DK" sz="4000" b="1" kern="0" spc="-100">
                <a:solidFill>
                  <a:srgbClr val="FF0000"/>
                </a:solidFill>
              </a:rPr>
              <a:t>NO AUTOMATION</a:t>
            </a:r>
          </a:p>
          <a:p>
            <a:pPr>
              <a:lnSpc>
                <a:spcPct val="90000"/>
              </a:lnSpc>
              <a:defRPr/>
            </a:pPr>
            <a:r>
              <a:rPr lang="da-DK" kern="0" spc="-100">
                <a:cs typeface="Arial"/>
              </a:rPr>
              <a:t>Manual Build Process</a:t>
            </a:r>
            <a:endParaRPr lang="da-DK"/>
          </a:p>
        </p:txBody>
      </p:sp>
    </p:spTree>
    <p:extLst>
      <p:ext uri="{BB962C8B-B14F-4D97-AF65-F5344CB8AC3E}">
        <p14:creationId xmlns:p14="http://schemas.microsoft.com/office/powerpoint/2010/main" val="999238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853F-1B9E-130F-7D92-276405AA5B35}"/>
              </a:ext>
            </a:extLst>
          </p:cNvPr>
          <p:cNvSpPr>
            <a:spLocks noGrp="1"/>
          </p:cNvSpPr>
          <p:nvPr>
            <p:ph type="title"/>
          </p:nvPr>
        </p:nvSpPr>
        <p:spPr>
          <a:xfrm>
            <a:off x="600674" y="1347090"/>
            <a:ext cx="5112606" cy="530352"/>
          </a:xfrm>
        </p:spPr>
        <p:txBody>
          <a:bodyPr vert="horz" lIns="0" tIns="0" rIns="0" bIns="0" rtlCol="0" anchor="t" anchorCtr="0">
            <a:normAutofit/>
          </a:bodyPr>
          <a:lstStyle/>
          <a:p>
            <a:r>
              <a:rPr lang="en-US" sz="2400" dirty="0"/>
              <a:t>1.</a:t>
            </a:r>
            <a:r>
              <a:rPr lang="en-US" sz="2400" b="1" kern="1200" dirty="0">
                <a:latin typeface="+mj-lt"/>
                <a:ea typeface="+mj-ea"/>
                <a:cs typeface="+mj-cs"/>
              </a:rPr>
              <a:t> </a:t>
            </a:r>
            <a:r>
              <a:rPr lang="en-US" sz="2400" dirty="0"/>
              <a:t>Expensive License</a:t>
            </a:r>
            <a:endParaRPr lang="en-US" sz="2400" b="1" kern="1200" dirty="0">
              <a:latin typeface="+mj-lt"/>
              <a:ea typeface="+mj-ea"/>
              <a:cs typeface="+mj-cs"/>
            </a:endParaRPr>
          </a:p>
        </p:txBody>
      </p:sp>
      <p:sp>
        <p:nvSpPr>
          <p:cNvPr id="4" name="Content Placeholder 3">
            <a:extLst>
              <a:ext uri="{FF2B5EF4-FFF2-40B4-BE49-F238E27FC236}">
                <a16:creationId xmlns:a16="http://schemas.microsoft.com/office/drawing/2014/main" id="{952DAD61-6B56-C687-8DC2-FDD91DB15146}"/>
              </a:ext>
            </a:extLst>
          </p:cNvPr>
          <p:cNvSpPr>
            <a:spLocks noGrp="1"/>
          </p:cNvSpPr>
          <p:nvPr>
            <p:ph sz="half" idx="2"/>
          </p:nvPr>
        </p:nvSpPr>
        <p:spPr>
          <a:xfrm>
            <a:off x="484630" y="4692336"/>
            <a:ext cx="6012226" cy="1042798"/>
          </a:xfrm>
        </p:spPr>
        <p:txBody>
          <a:bodyPr vert="horz" lIns="0" tIns="0" rIns="0" bIns="0" spcCol="484632" rtlCol="0" anchorCtr="0">
            <a:normAutofit fontScale="92500" lnSpcReduction="10000"/>
          </a:bodyPr>
          <a:lstStyle/>
          <a:p>
            <a:pPr marL="0">
              <a:spcBef>
                <a:spcPts val="0"/>
              </a:spcBef>
              <a:spcAft>
                <a:spcPts val="600"/>
              </a:spcAft>
              <a:buNone/>
              <a:defRPr/>
            </a:pPr>
            <a:br>
              <a:rPr kumimoji="0" lang="en-US" b="0" i="0" u="none" strike="noStrike" cap="none" spc="0" normalizeH="0" baseline="0" noProof="0" dirty="0">
                <a:ln>
                  <a:noFill/>
                </a:ln>
                <a:effectLst/>
                <a:uLnTx/>
                <a:uFillTx/>
              </a:rPr>
            </a:br>
            <a:r>
              <a:rPr lang="en-US" b="1" dirty="0">
                <a:solidFill>
                  <a:srgbClr val="FF0000"/>
                </a:solidFill>
              </a:rPr>
              <a:t>$4660 Per Year Per Licensed Developer |</a:t>
            </a:r>
          </a:p>
          <a:p>
            <a:pPr marL="0">
              <a:spcBef>
                <a:spcPts val="0"/>
              </a:spcBef>
              <a:spcAft>
                <a:spcPts val="600"/>
              </a:spcAft>
              <a:buNone/>
              <a:defRPr/>
            </a:pPr>
            <a:r>
              <a:rPr lang="en-US" b="1" dirty="0">
                <a:solidFill>
                  <a:srgbClr val="FF0000"/>
                </a:solidFill>
              </a:rPr>
              <a:t>~₹4.25L Per Year Per Licensed Developer</a:t>
            </a:r>
          </a:p>
          <a:p>
            <a:pPr marL="0">
              <a:spcBef>
                <a:spcPts val="0"/>
              </a:spcBef>
              <a:spcAft>
                <a:spcPts val="600"/>
              </a:spcAft>
              <a:buNone/>
              <a:defRPr/>
            </a:pPr>
            <a:r>
              <a:rPr lang="en-US" sz="1100" dirty="0">
                <a:hlinkClick r:id="rId3">
                  <a:extLst>
                    <a:ext uri="{A12FA001-AC4F-418D-AE19-62706E023703}">
                      <ahyp:hlinkClr xmlns:ahyp="http://schemas.microsoft.com/office/drawing/2018/hyperlinkcolor" val="tx"/>
                    </a:ext>
                  </a:extLst>
                </a:hlinkClick>
              </a:rPr>
              <a:t>Reference :   </a:t>
            </a:r>
            <a:r>
              <a:rPr lang="en-US" sz="1100" dirty="0">
                <a:solidFill>
                  <a:srgbClr val="0563C1"/>
                </a:solidFill>
                <a:hlinkClick r:id="rId3">
                  <a:extLst>
                    <a:ext uri="{A12FA001-AC4F-418D-AE19-62706E023703}">
                      <ahyp:hlinkClr xmlns:ahyp="http://schemas.microsoft.com/office/drawing/2018/hyperlinkcolor" val="tx"/>
                    </a:ext>
                  </a:extLst>
                </a:hlinkClick>
              </a:rPr>
              <a:t>https://www.qt.io/pricing</a:t>
            </a:r>
            <a:endParaRPr lang="en-US" sz="1100" dirty="0"/>
          </a:p>
        </p:txBody>
      </p:sp>
      <p:pic>
        <p:nvPicPr>
          <p:cNvPr id="5" name="Picture Placeholder 12">
            <a:extLst>
              <a:ext uri="{FF2B5EF4-FFF2-40B4-BE49-F238E27FC236}">
                <a16:creationId xmlns:a16="http://schemas.microsoft.com/office/drawing/2014/main" id="{876DB312-FA84-DE2F-1E2E-7072DF35B473}"/>
              </a:ext>
            </a:extLst>
          </p:cNvPr>
          <p:cNvPicPr>
            <a:picLocks noChangeAspect="1"/>
          </p:cNvPicPr>
          <p:nvPr/>
        </p:nvPicPr>
        <p:blipFill>
          <a:blip r:embed="rId4">
            <a:extLst>
              <a:ext uri="{28A0092B-C50C-407E-A947-70E740481C1C}">
                <a14:useLocalDpi xmlns:a14="http://schemas.microsoft.com/office/drawing/2010/main" val="0"/>
              </a:ext>
            </a:extLst>
          </a:blip>
          <a:srcRect l="15999" t="17658" r="15696" b="12675"/>
          <a:stretch>
            <a:fillRect/>
          </a:stretch>
        </p:blipFill>
        <p:spPr>
          <a:xfrm>
            <a:off x="539714" y="1737128"/>
            <a:ext cx="5684843" cy="2955208"/>
          </a:xfrm>
          <a:prstGeom prst="rect">
            <a:avLst/>
          </a:prstGeom>
          <a:ln w="88900" cap="sq" cmpd="thickThin">
            <a:solidFill>
              <a:srgbClr val="000000"/>
            </a:solidFill>
            <a:prstDash val="solid"/>
            <a:miter lim="800000"/>
          </a:ln>
          <a:effectLst>
            <a:innerShdw blurRad="76200">
              <a:srgbClr val="000000"/>
            </a:innerShdw>
          </a:effectLst>
        </p:spPr>
      </p:pic>
      <p:sp>
        <p:nvSpPr>
          <p:cNvPr id="8" name="Title 1">
            <a:extLst>
              <a:ext uri="{FF2B5EF4-FFF2-40B4-BE49-F238E27FC236}">
                <a16:creationId xmlns:a16="http://schemas.microsoft.com/office/drawing/2014/main" id="{F593E6AA-69E9-E605-C3BD-D8A113B85DDC}"/>
              </a:ext>
            </a:extLst>
          </p:cNvPr>
          <p:cNvSpPr txBox="1">
            <a:spLocks/>
          </p:cNvSpPr>
          <p:nvPr/>
        </p:nvSpPr>
        <p:spPr>
          <a:xfrm>
            <a:off x="788125" y="292658"/>
            <a:ext cx="10615749" cy="530352"/>
          </a:xfrm>
          <a:prstGeom prst="rect">
            <a:avLst/>
          </a:prstGeom>
          <a:noFill/>
        </p:spPr>
        <p:txBody>
          <a:bodyPr vert="horz" lIns="0" tIns="0" rIns="0" bIns="0" rtlCol="0" anchor="t" anchorCtr="0">
            <a:normAutofit fontScale="97500"/>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gn="ctr"/>
            <a:r>
              <a:rPr lang="en-US" sz="3200" b="1" dirty="0">
                <a:solidFill>
                  <a:srgbClr val="FFFFFF"/>
                </a:solidFill>
                <a:effectLst/>
                <a:latin typeface="Arial" panose="020B0604020202020204" pitchFamily="34" charset="0"/>
              </a:rPr>
              <a:t>Challenges with existing MUP Tool </a:t>
            </a:r>
            <a:r>
              <a:rPr lang="en-US" sz="2100" b="0" dirty="0">
                <a:solidFill>
                  <a:srgbClr val="FFFFFF"/>
                </a:solidFill>
                <a:effectLst/>
                <a:latin typeface="Arial" panose="020B0604020202020204" pitchFamily="34" charset="0"/>
              </a:rPr>
              <a:t>(contd..)</a:t>
            </a:r>
            <a:endParaRPr lang="en-US" b="0" dirty="0"/>
          </a:p>
        </p:txBody>
      </p:sp>
      <p:sp>
        <p:nvSpPr>
          <p:cNvPr id="11" name="Title 1">
            <a:extLst>
              <a:ext uri="{FF2B5EF4-FFF2-40B4-BE49-F238E27FC236}">
                <a16:creationId xmlns:a16="http://schemas.microsoft.com/office/drawing/2014/main" id="{B8498142-17C6-5B42-6B1B-D4D79B3B3024}"/>
              </a:ext>
            </a:extLst>
          </p:cNvPr>
          <p:cNvSpPr txBox="1">
            <a:spLocks/>
          </p:cNvSpPr>
          <p:nvPr/>
        </p:nvSpPr>
        <p:spPr>
          <a:xfrm>
            <a:off x="6753279" y="1304413"/>
            <a:ext cx="5112606" cy="530352"/>
          </a:xfrm>
          <a:prstGeom prst="rect">
            <a:avLst/>
          </a:prstGeom>
          <a:noFill/>
        </p:spPr>
        <p:txBody>
          <a:bodyPr vert="horz" lIns="0" tIns="0" rIns="0" bIns="0" rtlCol="0" anchor="t"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400"/>
              <a:t>2. Large Executable</a:t>
            </a:r>
          </a:p>
        </p:txBody>
      </p:sp>
      <p:pic>
        <p:nvPicPr>
          <p:cNvPr id="12" name="Picture 11">
            <a:extLst>
              <a:ext uri="{FF2B5EF4-FFF2-40B4-BE49-F238E27FC236}">
                <a16:creationId xmlns:a16="http://schemas.microsoft.com/office/drawing/2014/main" id="{233D9715-EE81-F9D8-213B-064DEC6F26B1}"/>
              </a:ext>
            </a:extLst>
          </p:cNvPr>
          <p:cNvPicPr>
            <a:picLocks noChangeAspect="1"/>
          </p:cNvPicPr>
          <p:nvPr/>
        </p:nvPicPr>
        <p:blipFill>
          <a:blip r:embed="rId5"/>
          <a:stretch>
            <a:fillRect/>
          </a:stretch>
        </p:blipFill>
        <p:spPr>
          <a:xfrm>
            <a:off x="6678108" y="1745829"/>
            <a:ext cx="3019501" cy="3783741"/>
          </a:xfrm>
          <a:prstGeom prst="rect">
            <a:avLst/>
          </a:prstGeom>
        </p:spPr>
      </p:pic>
      <p:pic>
        <p:nvPicPr>
          <p:cNvPr id="13" name="Picture 12">
            <a:extLst>
              <a:ext uri="{FF2B5EF4-FFF2-40B4-BE49-F238E27FC236}">
                <a16:creationId xmlns:a16="http://schemas.microsoft.com/office/drawing/2014/main" id="{C8D1C44E-EC4D-585F-CC25-EDCF3F7CE417}"/>
              </a:ext>
            </a:extLst>
          </p:cNvPr>
          <p:cNvPicPr>
            <a:picLocks noChangeAspect="1"/>
          </p:cNvPicPr>
          <p:nvPr/>
        </p:nvPicPr>
        <p:blipFill>
          <a:blip r:embed="rId6"/>
          <a:stretch>
            <a:fillRect/>
          </a:stretch>
        </p:blipFill>
        <p:spPr>
          <a:xfrm>
            <a:off x="9005047" y="1745829"/>
            <a:ext cx="2702323" cy="3794034"/>
          </a:xfrm>
          <a:prstGeom prst="rect">
            <a:avLst/>
          </a:prstGeom>
        </p:spPr>
      </p:pic>
    </p:spTree>
    <p:extLst>
      <p:ext uri="{BB962C8B-B14F-4D97-AF65-F5344CB8AC3E}">
        <p14:creationId xmlns:p14="http://schemas.microsoft.com/office/powerpoint/2010/main" val="190834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EC089B-BF1D-4EDD-38F0-C9CEDAB701D4}"/>
              </a:ext>
            </a:extLst>
          </p:cNvPr>
          <p:cNvPicPr>
            <a:picLocks noChangeAspect="1"/>
          </p:cNvPicPr>
          <p:nvPr/>
        </p:nvPicPr>
        <p:blipFill>
          <a:blip r:embed="rId2"/>
          <a:stretch>
            <a:fillRect/>
          </a:stretch>
        </p:blipFill>
        <p:spPr>
          <a:xfrm>
            <a:off x="6581553" y="0"/>
            <a:ext cx="5610447" cy="6781323"/>
          </a:xfrm>
          <a:prstGeom prst="rect">
            <a:avLst/>
          </a:prstGeom>
        </p:spPr>
      </p:pic>
      <p:sp>
        <p:nvSpPr>
          <p:cNvPr id="7" name="TextBox 6">
            <a:extLst>
              <a:ext uri="{FF2B5EF4-FFF2-40B4-BE49-F238E27FC236}">
                <a16:creationId xmlns:a16="http://schemas.microsoft.com/office/drawing/2014/main" id="{F47F7CFB-4FB6-D707-4BB6-95DAF8EC528E}"/>
              </a:ext>
            </a:extLst>
          </p:cNvPr>
          <p:cNvSpPr txBox="1"/>
          <p:nvPr/>
        </p:nvSpPr>
        <p:spPr>
          <a:xfrm>
            <a:off x="473419" y="3439751"/>
            <a:ext cx="5828298" cy="1169551"/>
          </a:xfrm>
          <a:prstGeom prst="rect">
            <a:avLst/>
          </a:prstGeom>
          <a:noFill/>
        </p:spPr>
        <p:txBody>
          <a:bodyPr wrap="square" lIns="91440" tIns="45720" rIns="91440" bIns="45720" anchor="t">
            <a:spAutoFit/>
          </a:bodyPr>
          <a:lstStyle/>
          <a:p>
            <a:pPr marL="285750" indent="-285750">
              <a:buFont typeface="Arial"/>
              <a:buChar char="•"/>
            </a:pPr>
            <a:r>
              <a:rPr lang="en-US" sz="1400" b="0" i="0">
                <a:solidFill>
                  <a:srgbClr val="BFBFBF"/>
                </a:solidFill>
                <a:effectLst/>
                <a:latin typeface="Arial"/>
                <a:cs typeface="Arial"/>
              </a:rPr>
              <a:t>MUP Tool displays simple UI elements (text, buttons, </a:t>
            </a:r>
            <a:r>
              <a:rPr lang="en-US" sz="1400" b="0" i="0" dirty="0">
                <a:solidFill>
                  <a:srgbClr val="BFBFBF"/>
                </a:solidFill>
                <a:effectLst/>
                <a:latin typeface="Arial"/>
                <a:cs typeface="Arial"/>
              </a:rPr>
              <a:t>progress bar)</a:t>
            </a:r>
            <a:endParaRPr lang="en-US" sz="1400">
              <a:latin typeface="Arial"/>
              <a:cs typeface="Arial"/>
            </a:endParaRPr>
          </a:p>
          <a:p>
            <a:pPr marL="285750" indent="-285750">
              <a:buFont typeface="Arial"/>
              <a:buChar char="•"/>
            </a:pPr>
            <a:r>
              <a:rPr lang="en-US" sz="1400" b="0" i="0">
                <a:solidFill>
                  <a:srgbClr val="BFBFBF"/>
                </a:solidFill>
                <a:effectLst/>
                <a:latin typeface="Arial"/>
                <a:cs typeface="Arial"/>
              </a:rPr>
              <a:t>Qt's complex rendering engine is an overkill</a:t>
            </a:r>
            <a:r>
              <a:rPr lang="en-US" sz="1400">
                <a:solidFill>
                  <a:srgbClr val="BFBFBF"/>
                </a:solidFill>
                <a:latin typeface="Arial"/>
                <a:cs typeface="Arial"/>
              </a:rPr>
              <a:t> </a:t>
            </a:r>
            <a:r>
              <a:rPr lang="en-US" sz="1400" b="0" i="0">
                <a:solidFill>
                  <a:srgbClr val="BFBFBF"/>
                </a:solidFill>
                <a:effectLst/>
                <a:latin typeface="Arial"/>
                <a:cs typeface="Arial"/>
              </a:rPr>
              <a:t>(Memory intensive)</a:t>
            </a:r>
            <a:endParaRPr lang="en-US" sz="1400" b="0" i="0" dirty="0">
              <a:solidFill>
                <a:srgbClr val="BFBFBF"/>
              </a:solidFill>
              <a:effectLst/>
              <a:latin typeface="Arial"/>
              <a:cs typeface="Arial"/>
            </a:endParaRPr>
          </a:p>
          <a:p>
            <a:pPr marL="285750" indent="-285750" algn="l">
              <a:buFont typeface="Arial" panose="020B0604020202020204" pitchFamily="34" charset="0"/>
              <a:buChar char="•"/>
            </a:pPr>
            <a:r>
              <a:rPr lang="en-US" sz="1400">
                <a:solidFill>
                  <a:srgbClr val="BFBFBF"/>
                </a:solidFill>
                <a:latin typeface="Arial"/>
                <a:cs typeface="Arial"/>
              </a:rPr>
              <a:t>Win32 API and GDI+ are sufficient.</a:t>
            </a:r>
            <a:endParaRPr lang="en-US" sz="1400" dirty="0">
              <a:solidFill>
                <a:srgbClr val="BFBFBF"/>
              </a:solidFill>
              <a:latin typeface="Arial"/>
              <a:cs typeface="Arial"/>
            </a:endParaRPr>
          </a:p>
          <a:p>
            <a:pPr marL="285750" indent="-285750">
              <a:buFont typeface="Arial"/>
              <a:buChar char="•"/>
            </a:pPr>
            <a:r>
              <a:rPr lang="en-US" sz="1400" b="0" i="0">
                <a:solidFill>
                  <a:srgbClr val="BFBFBF"/>
                </a:solidFill>
                <a:effectLst/>
                <a:latin typeface="Arial"/>
                <a:cs typeface="Arial"/>
              </a:rPr>
              <a:t>40+ MB Qt runtime libraries</a:t>
            </a:r>
            <a:r>
              <a:rPr lang="en-US" sz="1400">
                <a:solidFill>
                  <a:srgbClr val="BFBFBF"/>
                </a:solidFill>
                <a:latin typeface="Arial"/>
                <a:cs typeface="Arial"/>
              </a:rPr>
              <a:t> </a:t>
            </a:r>
          </a:p>
          <a:p>
            <a:r>
              <a:rPr lang="en-US" sz="1400" dirty="0">
                <a:solidFill>
                  <a:srgbClr val="BFBFBF"/>
                </a:solidFill>
                <a:latin typeface="Arial"/>
                <a:cs typeface="Arial"/>
              </a:rPr>
              <a:t>  </a:t>
            </a:r>
            <a:r>
              <a:rPr lang="en-US" sz="1400" b="0" i="0" dirty="0">
                <a:solidFill>
                  <a:srgbClr val="BFBFBF"/>
                </a:solidFill>
                <a:effectLst/>
                <a:latin typeface="Arial"/>
                <a:cs typeface="Arial"/>
              </a:rPr>
              <a:t>(</a:t>
            </a:r>
            <a:r>
              <a:rPr lang="en-US" sz="1400" b="0" i="0" dirty="0" err="1">
                <a:solidFill>
                  <a:srgbClr val="BFBFBF"/>
                </a:solidFill>
                <a:effectLst/>
                <a:latin typeface="Arial"/>
                <a:cs typeface="Arial"/>
              </a:rPr>
              <a:t>QtCore</a:t>
            </a:r>
            <a:r>
              <a:rPr lang="en-US" sz="1400" b="0" i="0" dirty="0">
                <a:solidFill>
                  <a:srgbClr val="BFBFBF"/>
                </a:solidFill>
                <a:effectLst/>
                <a:latin typeface="Arial"/>
                <a:cs typeface="Arial"/>
              </a:rPr>
              <a:t>, </a:t>
            </a:r>
            <a:r>
              <a:rPr lang="en-US" sz="1400" b="0" i="0" dirty="0" err="1">
                <a:solidFill>
                  <a:srgbClr val="BFBFBF"/>
                </a:solidFill>
                <a:effectLst/>
                <a:latin typeface="Arial"/>
                <a:cs typeface="Arial"/>
              </a:rPr>
              <a:t>QtGui</a:t>
            </a:r>
            <a:r>
              <a:rPr lang="en-US" sz="1400" b="0" i="0" dirty="0">
                <a:solidFill>
                  <a:srgbClr val="BFBFBF"/>
                </a:solidFill>
                <a:effectLst/>
                <a:latin typeface="Arial"/>
                <a:cs typeface="Arial"/>
              </a:rPr>
              <a:t>, </a:t>
            </a:r>
            <a:r>
              <a:rPr lang="en-US" sz="1400" b="0" i="0" dirty="0" err="1">
                <a:solidFill>
                  <a:srgbClr val="BFBFBF"/>
                </a:solidFill>
                <a:effectLst/>
                <a:latin typeface="Arial"/>
                <a:cs typeface="Arial"/>
              </a:rPr>
              <a:t>QtWidgets</a:t>
            </a:r>
            <a:r>
              <a:rPr lang="en-US" sz="1400" b="0" i="0" dirty="0">
                <a:solidFill>
                  <a:srgbClr val="BFBFBF"/>
                </a:solidFill>
                <a:effectLst/>
                <a:latin typeface="Arial"/>
                <a:cs typeface="Arial"/>
              </a:rPr>
              <a:t>)</a:t>
            </a:r>
            <a:r>
              <a:rPr lang="en-US" sz="1400" dirty="0">
                <a:solidFill>
                  <a:srgbClr val="BFBFBF"/>
                </a:solidFill>
                <a:latin typeface="Arial"/>
                <a:cs typeface="Arial"/>
              </a:rPr>
              <a:t> can be eliminated</a:t>
            </a:r>
            <a:endParaRPr lang="en-US"/>
          </a:p>
        </p:txBody>
      </p:sp>
      <p:sp>
        <p:nvSpPr>
          <p:cNvPr id="11" name="Rectangle 10">
            <a:extLst>
              <a:ext uri="{FF2B5EF4-FFF2-40B4-BE49-F238E27FC236}">
                <a16:creationId xmlns:a16="http://schemas.microsoft.com/office/drawing/2014/main" id="{6994AA81-4894-A175-F71D-6A2B2E236D0F}"/>
              </a:ext>
            </a:extLst>
          </p:cNvPr>
          <p:cNvSpPr/>
          <p:nvPr/>
        </p:nvSpPr>
        <p:spPr>
          <a:xfrm>
            <a:off x="6943258" y="1626783"/>
            <a:ext cx="2945219" cy="1823483"/>
          </a:xfrm>
          <a:prstGeom prst="rect">
            <a:avLst/>
          </a:prstGeom>
          <a:noFill/>
          <a:ln w="9525" cap="flat" cmpd="sng" algn="ctr">
            <a:solidFill>
              <a:srgbClr val="EC0B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lnSpc>
                <a:spcPct val="100000"/>
              </a:lnSpc>
            </a:pPr>
            <a:endParaRPr lang="en-US" sz="1800"/>
          </a:p>
        </p:txBody>
      </p:sp>
      <p:sp>
        <p:nvSpPr>
          <p:cNvPr id="3" name="Title 1">
            <a:extLst>
              <a:ext uri="{FF2B5EF4-FFF2-40B4-BE49-F238E27FC236}">
                <a16:creationId xmlns:a16="http://schemas.microsoft.com/office/drawing/2014/main" id="{CE0CA06C-5835-10B6-47EB-99ED36DA78E7}"/>
              </a:ext>
            </a:extLst>
          </p:cNvPr>
          <p:cNvSpPr txBox="1">
            <a:spLocks/>
          </p:cNvSpPr>
          <p:nvPr/>
        </p:nvSpPr>
        <p:spPr>
          <a:xfrm>
            <a:off x="241208" y="489904"/>
            <a:ext cx="5112606" cy="530352"/>
          </a:xfrm>
          <a:prstGeom prst="rect">
            <a:avLst/>
          </a:prstGeom>
          <a:noFill/>
        </p:spPr>
        <p:txBody>
          <a:bodyPr vert="horz" lIns="0" tIns="0" rIns="0" bIns="0" rtlCol="0" anchor="t"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400"/>
              <a:t>3. Heavy UI (QT based)</a:t>
            </a:r>
            <a:endParaRPr lang="en-US" sz="2400" dirty="0"/>
          </a:p>
        </p:txBody>
      </p:sp>
      <p:pic>
        <p:nvPicPr>
          <p:cNvPr id="8" name="Picture 7">
            <a:extLst>
              <a:ext uri="{FF2B5EF4-FFF2-40B4-BE49-F238E27FC236}">
                <a16:creationId xmlns:a16="http://schemas.microsoft.com/office/drawing/2014/main" id="{3B1803EC-8E1C-718B-2B27-0FFDF53E0B9A}"/>
              </a:ext>
            </a:extLst>
          </p:cNvPr>
          <p:cNvPicPr>
            <a:picLocks noChangeAspect="1"/>
          </p:cNvPicPr>
          <p:nvPr/>
        </p:nvPicPr>
        <p:blipFill>
          <a:blip r:embed="rId3"/>
          <a:stretch>
            <a:fillRect/>
          </a:stretch>
        </p:blipFill>
        <p:spPr>
          <a:xfrm>
            <a:off x="241208" y="2231641"/>
            <a:ext cx="6292720" cy="606527"/>
          </a:xfrm>
          <a:prstGeom prst="rect">
            <a:avLst/>
          </a:prstGeom>
        </p:spPr>
      </p:pic>
    </p:spTree>
    <p:extLst>
      <p:ext uri="{BB962C8B-B14F-4D97-AF65-F5344CB8AC3E}">
        <p14:creationId xmlns:p14="http://schemas.microsoft.com/office/powerpoint/2010/main" val="3186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FFC8F-107D-F56B-FECC-8A916110663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18F6509-50C8-E1C8-04D9-C1195E1897AE}"/>
              </a:ext>
            </a:extLst>
          </p:cNvPr>
          <p:cNvSpPr>
            <a:spLocks noGrp="1"/>
          </p:cNvSpPr>
          <p:nvPr>
            <p:ph type="sldNum" sz="quarter" idx="4"/>
          </p:nvPr>
        </p:nvSpPr>
        <p:spPr>
          <a:xfrm>
            <a:off x="10424158" y="6478523"/>
            <a:ext cx="1280160" cy="274319"/>
          </a:xfrm>
        </p:spPr>
        <p:txBody>
          <a:bodyPr/>
          <a:lstStyle/>
          <a:p>
            <a:fld id="{836B39AA-EFE2-F246-9AEF-90AD81E90120}" type="slidenum">
              <a:rPr lang="en-US" smtClean="0"/>
              <a:pPr/>
              <a:t>8</a:t>
            </a:fld>
            <a:endParaRPr lang="en-US"/>
          </a:p>
        </p:txBody>
      </p:sp>
      <p:pic>
        <p:nvPicPr>
          <p:cNvPr id="11" name="Picture 10">
            <a:extLst>
              <a:ext uri="{FF2B5EF4-FFF2-40B4-BE49-F238E27FC236}">
                <a16:creationId xmlns:a16="http://schemas.microsoft.com/office/drawing/2014/main" id="{414B59D9-2492-4CB7-D390-29345665F0F0}"/>
              </a:ext>
            </a:extLst>
          </p:cNvPr>
          <p:cNvPicPr>
            <a:picLocks noChangeAspect="1"/>
          </p:cNvPicPr>
          <p:nvPr/>
        </p:nvPicPr>
        <p:blipFill>
          <a:blip r:embed="rId3"/>
          <a:srcRect l="504" t="2046" r="743"/>
          <a:stretch>
            <a:fillRect/>
          </a:stretch>
        </p:blipFill>
        <p:spPr>
          <a:xfrm>
            <a:off x="1753613" y="914615"/>
            <a:ext cx="8941518" cy="3979166"/>
          </a:xfrm>
          <a:prstGeom prst="rect">
            <a:avLst/>
          </a:prstGeom>
        </p:spPr>
      </p:pic>
      <p:sp>
        <p:nvSpPr>
          <p:cNvPr id="6" name="Content Placeholder 2">
            <a:extLst>
              <a:ext uri="{FF2B5EF4-FFF2-40B4-BE49-F238E27FC236}">
                <a16:creationId xmlns:a16="http://schemas.microsoft.com/office/drawing/2014/main" id="{37AE8DA5-3E5A-32A4-E5AC-DF968F69E001}"/>
              </a:ext>
            </a:extLst>
          </p:cNvPr>
          <p:cNvSpPr txBox="1">
            <a:spLocks/>
          </p:cNvSpPr>
          <p:nvPr/>
        </p:nvSpPr>
        <p:spPr>
          <a:xfrm>
            <a:off x="3151114" y="573396"/>
            <a:ext cx="7273044" cy="520654"/>
          </a:xfrm>
          <a:prstGeom prst="rect">
            <a:avLst/>
          </a:prstGeom>
        </p:spPr>
        <p:txBody>
          <a:bodyPr vert="horz" lIns="0" tIns="0" rIns="0" bIns="0" spcCol="484632" rtlCol="0">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accent1">
                    <a:lumMod val="75000"/>
                  </a:schemeClr>
                </a:solidFill>
              </a:rPr>
              <a:t>In terms of Cost, Technology, Size &amp; Memory usage</a:t>
            </a:r>
          </a:p>
        </p:txBody>
      </p:sp>
      <p:graphicFrame>
        <p:nvGraphicFramePr>
          <p:cNvPr id="8" name="Table 7">
            <a:extLst>
              <a:ext uri="{FF2B5EF4-FFF2-40B4-BE49-F238E27FC236}">
                <a16:creationId xmlns:a16="http://schemas.microsoft.com/office/drawing/2014/main" id="{CDE61F82-FEF0-47C0-DB15-F168F61935B1}"/>
              </a:ext>
            </a:extLst>
          </p:cNvPr>
          <p:cNvGraphicFramePr>
            <a:graphicFrameLocks noGrp="1"/>
          </p:cNvGraphicFramePr>
          <p:nvPr>
            <p:extLst>
              <p:ext uri="{D42A27DB-BD31-4B8C-83A1-F6EECF244321}">
                <p14:modId xmlns:p14="http://schemas.microsoft.com/office/powerpoint/2010/main" val="2296657159"/>
              </p:ext>
            </p:extLst>
          </p:nvPr>
        </p:nvGraphicFramePr>
        <p:xfrm>
          <a:off x="2539999" y="5050692"/>
          <a:ext cx="7425752" cy="1247968"/>
        </p:xfrm>
        <a:graphic>
          <a:graphicData uri="http://schemas.openxmlformats.org/drawingml/2006/table">
            <a:tbl>
              <a:tblPr firstRow="1" bandRow="1">
                <a:tableStyleId>{4E593CDB-78BB-4C36-AB3B-2C4E9E50D230}</a:tableStyleId>
              </a:tblPr>
              <a:tblGrid>
                <a:gridCol w="1856438">
                  <a:extLst>
                    <a:ext uri="{9D8B030D-6E8A-4147-A177-3AD203B41FA5}">
                      <a16:colId xmlns:a16="http://schemas.microsoft.com/office/drawing/2014/main" val="2471068193"/>
                    </a:ext>
                  </a:extLst>
                </a:gridCol>
                <a:gridCol w="1856438">
                  <a:extLst>
                    <a:ext uri="{9D8B030D-6E8A-4147-A177-3AD203B41FA5}">
                      <a16:colId xmlns:a16="http://schemas.microsoft.com/office/drawing/2014/main" val="619243454"/>
                    </a:ext>
                  </a:extLst>
                </a:gridCol>
                <a:gridCol w="1856438">
                  <a:extLst>
                    <a:ext uri="{9D8B030D-6E8A-4147-A177-3AD203B41FA5}">
                      <a16:colId xmlns:a16="http://schemas.microsoft.com/office/drawing/2014/main" val="3390914474"/>
                    </a:ext>
                  </a:extLst>
                </a:gridCol>
                <a:gridCol w="1856438">
                  <a:extLst>
                    <a:ext uri="{9D8B030D-6E8A-4147-A177-3AD203B41FA5}">
                      <a16:colId xmlns:a16="http://schemas.microsoft.com/office/drawing/2014/main" val="2497001788"/>
                    </a:ext>
                  </a:extLst>
                </a:gridCol>
              </a:tblGrid>
              <a:tr h="265316">
                <a:tc>
                  <a:txBody>
                    <a:bodyPr/>
                    <a:lstStyle/>
                    <a:p>
                      <a:r>
                        <a:rPr lang="en-US" sz="1100" dirty="0"/>
                        <a:t>Tech Stack 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Existing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Proposal1(Tauri)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Proposal2 (Win32 API)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6771024"/>
                  </a:ext>
                </a:extLst>
              </a:tr>
              <a:tr h="265316">
                <a:tc>
                  <a:txBody>
                    <a:bodyPr/>
                    <a:lstStyle/>
                    <a:p>
                      <a:r>
                        <a:rPr lang="en-US" sz="1100"/>
                        <a:t>Backend</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msecli.exe, mse-api.dll</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Same (C/C++)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Same (C/C++)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766738"/>
                  </a:ext>
                </a:extLst>
              </a:tr>
              <a:tr h="452020">
                <a:tc>
                  <a:txBody>
                    <a:bodyPr/>
                    <a:lstStyle/>
                    <a:p>
                      <a:r>
                        <a:rPr lang="en-US" sz="1100"/>
                        <a:t>Frontend</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QT Framework</a:t>
                      </a:r>
                      <a:br>
                        <a:rPr lang="en-US" sz="1100" dirty="0"/>
                      </a:br>
                      <a:r>
                        <a:rPr lang="en-US" sz="1100" dirty="0"/>
                        <a:t>(C/C++ and .</a:t>
                      </a:r>
                      <a:r>
                        <a:rPr lang="en-US" sz="1100" dirty="0" err="1"/>
                        <a:t>ui</a:t>
                      </a:r>
                      <a:r>
                        <a:rPr lang="en-US" sz="1100" dirty="0"/>
                        <a:t> files)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dirty="0"/>
                        <a:t>Tauri Framework + Rust</a:t>
                      </a:r>
                    </a:p>
                    <a:p>
                      <a:r>
                        <a:rPr lang="en-US" sz="1050" dirty="0"/>
                        <a:t>(</a:t>
                      </a:r>
                      <a:r>
                        <a:rPr lang="en-US" sz="1050" dirty="0" err="1"/>
                        <a:t>Html+CSS+JS</a:t>
                      </a:r>
                      <a:r>
                        <a:rPr lang="en-US" sz="105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kern="1200">
                          <a:solidFill>
                            <a:schemeClr val="tx1"/>
                          </a:solidFill>
                          <a:effectLst/>
                        </a:rPr>
                        <a:t>Win32 API + GDI </a:t>
                      </a:r>
                    </a:p>
                    <a:p>
                      <a:r>
                        <a:rPr lang="en-US" sz="1050" b="0" kern="1200">
                          <a:solidFill>
                            <a:schemeClr val="tx1"/>
                          </a:solidFill>
                          <a:effectLst/>
                        </a:rPr>
                        <a:t>(C/C++ native Windows)</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2133741"/>
                  </a:ext>
                </a:extLst>
              </a:tr>
              <a:tr h="265316">
                <a:tc>
                  <a:txBody>
                    <a:bodyPr/>
                    <a:lstStyle/>
                    <a:p>
                      <a:r>
                        <a:rPr lang="en-US" sz="1100"/>
                        <a:t>License Cost</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a:t>4.25 Lakhs</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t>Zero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123603"/>
                  </a:ext>
                </a:extLst>
              </a:tr>
            </a:tbl>
          </a:graphicData>
        </a:graphic>
      </p:graphicFrame>
      <p:sp>
        <p:nvSpPr>
          <p:cNvPr id="7" name="Rectangle 6">
            <a:extLst>
              <a:ext uri="{FF2B5EF4-FFF2-40B4-BE49-F238E27FC236}">
                <a16:creationId xmlns:a16="http://schemas.microsoft.com/office/drawing/2014/main" id="{38B3A44F-AF0E-20C4-DC06-721B26CB66CD}"/>
              </a:ext>
            </a:extLst>
          </p:cNvPr>
          <p:cNvSpPr/>
          <p:nvPr/>
        </p:nvSpPr>
        <p:spPr>
          <a:xfrm>
            <a:off x="1769271" y="1714692"/>
            <a:ext cx="8974831" cy="392974"/>
          </a:xfrm>
          <a:prstGeom prst="rect">
            <a:avLst/>
          </a:prstGeom>
          <a:no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lnSpc>
                <a:spcPct val="100000"/>
              </a:lnSpc>
            </a:pPr>
            <a:endParaRPr lang="en-US" sz="1800"/>
          </a:p>
        </p:txBody>
      </p:sp>
      <p:sp>
        <p:nvSpPr>
          <p:cNvPr id="12" name="Rectangle 11">
            <a:extLst>
              <a:ext uri="{FF2B5EF4-FFF2-40B4-BE49-F238E27FC236}">
                <a16:creationId xmlns:a16="http://schemas.microsoft.com/office/drawing/2014/main" id="{2BE9D83E-F1EB-BFEC-B89F-BF077E550AE3}"/>
              </a:ext>
            </a:extLst>
          </p:cNvPr>
          <p:cNvSpPr/>
          <p:nvPr/>
        </p:nvSpPr>
        <p:spPr>
          <a:xfrm>
            <a:off x="1720300" y="4514911"/>
            <a:ext cx="8974831" cy="392974"/>
          </a:xfrm>
          <a:prstGeom prst="rect">
            <a:avLst/>
          </a:prstGeom>
          <a:no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lnSpc>
                <a:spcPct val="100000"/>
              </a:lnSpc>
            </a:pPr>
            <a:endParaRPr lang="en-US" sz="1800"/>
          </a:p>
        </p:txBody>
      </p:sp>
      <p:sp>
        <p:nvSpPr>
          <p:cNvPr id="9" name="Title 1">
            <a:extLst>
              <a:ext uri="{FF2B5EF4-FFF2-40B4-BE49-F238E27FC236}">
                <a16:creationId xmlns:a16="http://schemas.microsoft.com/office/drawing/2014/main" id="{F3E0913D-3E66-D0B9-3D84-058460C39034}"/>
              </a:ext>
            </a:extLst>
          </p:cNvPr>
          <p:cNvSpPr txBox="1">
            <a:spLocks/>
          </p:cNvSpPr>
          <p:nvPr/>
        </p:nvSpPr>
        <p:spPr>
          <a:xfrm>
            <a:off x="674097" y="196058"/>
            <a:ext cx="10615749" cy="530352"/>
          </a:xfrm>
          <a:prstGeom prst="rect">
            <a:avLst/>
          </a:prstGeom>
          <a:noFill/>
        </p:spPr>
        <p:txBody>
          <a:bodyPr vert="horz" lIns="0" tIns="0" rIns="0" bIns="0" rtlCol="0" anchor="t" anchorCtr="0">
            <a:normAutofit fontScale="97500"/>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gn="ctr"/>
            <a:r>
              <a:rPr lang="en-US" dirty="0"/>
              <a:t>Comparative Analysis of GUI Frameworks</a:t>
            </a:r>
          </a:p>
        </p:txBody>
      </p:sp>
      <p:sp>
        <p:nvSpPr>
          <p:cNvPr id="2" name="Arrow: Right 1">
            <a:extLst>
              <a:ext uri="{FF2B5EF4-FFF2-40B4-BE49-F238E27FC236}">
                <a16:creationId xmlns:a16="http://schemas.microsoft.com/office/drawing/2014/main" id="{01D987AB-3C45-CDCC-9CA6-0C028B5321D7}"/>
              </a:ext>
            </a:extLst>
          </p:cNvPr>
          <p:cNvSpPr/>
          <p:nvPr/>
        </p:nvSpPr>
        <p:spPr>
          <a:xfrm>
            <a:off x="5303951" y="5062376"/>
            <a:ext cx="743946" cy="211094"/>
          </a:xfrm>
          <a:prstGeom prst="rightArrow">
            <a:avLst/>
          </a:prstGeom>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00000"/>
              </a:lnSpc>
            </a:pPr>
            <a:endParaRPr lang="en-US" sz="1800"/>
          </a:p>
        </p:txBody>
      </p:sp>
      <p:sp>
        <p:nvSpPr>
          <p:cNvPr id="3" name="Arrow: Right 2">
            <a:extLst>
              <a:ext uri="{FF2B5EF4-FFF2-40B4-BE49-F238E27FC236}">
                <a16:creationId xmlns:a16="http://schemas.microsoft.com/office/drawing/2014/main" id="{065B3624-71C2-9F57-29DF-FDEE7A24CB01}"/>
              </a:ext>
            </a:extLst>
          </p:cNvPr>
          <p:cNvSpPr/>
          <p:nvPr/>
        </p:nvSpPr>
        <p:spPr>
          <a:xfrm>
            <a:off x="7556490" y="5072146"/>
            <a:ext cx="519254" cy="230632"/>
          </a:xfrm>
          <a:prstGeom prst="rightArrow">
            <a:avLst/>
          </a:prstGeom>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00000"/>
              </a:lnSpc>
            </a:pPr>
            <a:endParaRPr lang="en-US" sz="1800"/>
          </a:p>
        </p:txBody>
      </p:sp>
      <p:sp>
        <p:nvSpPr>
          <p:cNvPr id="4" name="Arrow: Right 3">
            <a:extLst>
              <a:ext uri="{FF2B5EF4-FFF2-40B4-BE49-F238E27FC236}">
                <a16:creationId xmlns:a16="http://schemas.microsoft.com/office/drawing/2014/main" id="{CC1B0A00-B83B-5F84-229C-E0A0ABD47CCB}"/>
              </a:ext>
            </a:extLst>
          </p:cNvPr>
          <p:cNvSpPr/>
          <p:nvPr/>
        </p:nvSpPr>
        <p:spPr>
          <a:xfrm>
            <a:off x="10572262" y="1810515"/>
            <a:ext cx="338504" cy="249815"/>
          </a:xfrm>
          <a:prstGeom prst="rightArrow">
            <a:avLst/>
          </a:prstGeom>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00000"/>
              </a:lnSpc>
            </a:pPr>
            <a:endParaRPr lang="en-US" sz="1800"/>
          </a:p>
        </p:txBody>
      </p:sp>
      <p:sp>
        <p:nvSpPr>
          <p:cNvPr id="10" name="Arrow: Right 9">
            <a:extLst>
              <a:ext uri="{FF2B5EF4-FFF2-40B4-BE49-F238E27FC236}">
                <a16:creationId xmlns:a16="http://schemas.microsoft.com/office/drawing/2014/main" id="{3ECDEADE-136E-2625-A075-2869E9874E43}"/>
              </a:ext>
            </a:extLst>
          </p:cNvPr>
          <p:cNvSpPr/>
          <p:nvPr/>
        </p:nvSpPr>
        <p:spPr>
          <a:xfrm>
            <a:off x="10572506" y="4625472"/>
            <a:ext cx="338504" cy="259584"/>
          </a:xfrm>
          <a:prstGeom prst="rightArrow">
            <a:avLst/>
          </a:prstGeom>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00000"/>
              </a:lnSpc>
            </a:pPr>
            <a:endParaRPr lang="en-US" sz="1800"/>
          </a:p>
        </p:txBody>
      </p:sp>
      <p:sp>
        <p:nvSpPr>
          <p:cNvPr id="13" name="Rectangle: Rounded Corners 12">
            <a:extLst>
              <a:ext uri="{FF2B5EF4-FFF2-40B4-BE49-F238E27FC236}">
                <a16:creationId xmlns:a16="http://schemas.microsoft.com/office/drawing/2014/main" id="{D17D3C63-898B-BEB8-8C12-6DC45A8B3865}"/>
              </a:ext>
            </a:extLst>
          </p:cNvPr>
          <p:cNvSpPr/>
          <p:nvPr/>
        </p:nvSpPr>
        <p:spPr>
          <a:xfrm>
            <a:off x="10914771" y="1719064"/>
            <a:ext cx="1086020" cy="393584"/>
          </a:xfrm>
          <a:prstGeom prst="roundRect">
            <a:avLst/>
          </a:prstGeom>
          <a:solidFill>
            <a:schemeClr val="tx1"/>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dirty="0">
                <a:solidFill>
                  <a:schemeClr val="bg1"/>
                </a:solidFill>
                <a:latin typeface="Calibri"/>
                <a:ea typeface="Calibri"/>
                <a:cs typeface="Times New Roman"/>
              </a:rPr>
              <a:t>Option-1: Modern UI</a:t>
            </a:r>
            <a:endParaRPr kumimoji="0" lang="en-US" sz="1100" b="0" i="0" u="none" strike="noStrike" kern="0" cap="none" spc="0" normalizeH="0" baseline="0" noProof="0" dirty="0">
              <a:ln>
                <a:noFill/>
              </a:ln>
              <a:solidFill>
                <a:schemeClr val="bg1"/>
              </a:solidFill>
              <a:effectLst/>
              <a:uLnTx/>
              <a:uFillTx/>
              <a:latin typeface="Calibri"/>
              <a:ea typeface="Calibri"/>
              <a:cs typeface="Times New Roman"/>
            </a:endParaRPr>
          </a:p>
        </p:txBody>
      </p:sp>
      <p:sp>
        <p:nvSpPr>
          <p:cNvPr id="14" name="Rectangle: Rounded Corners 13">
            <a:extLst>
              <a:ext uri="{FF2B5EF4-FFF2-40B4-BE49-F238E27FC236}">
                <a16:creationId xmlns:a16="http://schemas.microsoft.com/office/drawing/2014/main" id="{EAB475C0-2A5C-099E-050E-9A31A1A65581}"/>
              </a:ext>
            </a:extLst>
          </p:cNvPr>
          <p:cNvSpPr/>
          <p:nvPr/>
        </p:nvSpPr>
        <p:spPr>
          <a:xfrm>
            <a:off x="10915629" y="4558814"/>
            <a:ext cx="1164174" cy="393583"/>
          </a:xfrm>
          <a:prstGeom prst="roundRect">
            <a:avLst/>
          </a:prstGeom>
          <a:solidFill>
            <a:schemeClr val="tx1"/>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5000"/>
              </a:lnSpc>
              <a:spcAft>
                <a:spcPts val="800"/>
              </a:spcAft>
              <a:defRPr/>
            </a:pPr>
            <a:r>
              <a:rPr lang="en-US" sz="1100" kern="0" dirty="0">
                <a:solidFill>
                  <a:schemeClr val="bg1"/>
                </a:solidFill>
                <a:latin typeface="Calibri"/>
                <a:ea typeface="Calibri"/>
                <a:cs typeface="Times New Roman"/>
              </a:rPr>
              <a:t>Option-2: Windows Native</a:t>
            </a:r>
          </a:p>
        </p:txBody>
      </p:sp>
    </p:spTree>
    <p:extLst>
      <p:ext uri="{BB962C8B-B14F-4D97-AF65-F5344CB8AC3E}">
        <p14:creationId xmlns:p14="http://schemas.microsoft.com/office/powerpoint/2010/main" val="1199001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9BADC-2CA8-D883-B47F-00B61400E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AE772-B77E-13C8-8D56-ED6347F7741A}"/>
              </a:ext>
            </a:extLst>
          </p:cNvPr>
          <p:cNvSpPr>
            <a:spLocks noGrp="1"/>
          </p:cNvSpPr>
          <p:nvPr>
            <p:ph type="title"/>
          </p:nvPr>
        </p:nvSpPr>
        <p:spPr>
          <a:xfrm>
            <a:off x="595830" y="265042"/>
            <a:ext cx="3727153" cy="605628"/>
          </a:xfrm>
        </p:spPr>
        <p:txBody>
          <a:bodyPr/>
          <a:lstStyle/>
          <a:p>
            <a:r>
              <a:rPr lang="en-US" b="0" noProof="0" dirty="0"/>
              <a:t>Tauri Framework</a:t>
            </a:r>
            <a:endParaRPr lang="en-US" b="0" dirty="0"/>
          </a:p>
        </p:txBody>
      </p:sp>
      <p:sp>
        <p:nvSpPr>
          <p:cNvPr id="5" name="Slide Number Placeholder 4">
            <a:extLst>
              <a:ext uri="{FF2B5EF4-FFF2-40B4-BE49-F238E27FC236}">
                <a16:creationId xmlns:a16="http://schemas.microsoft.com/office/drawing/2014/main" id="{EF80C55D-3924-DC8D-F8B4-F377907DF490}"/>
              </a:ext>
            </a:extLst>
          </p:cNvPr>
          <p:cNvSpPr>
            <a:spLocks noGrp="1"/>
          </p:cNvSpPr>
          <p:nvPr>
            <p:ph type="sldNum" sz="quarter" idx="4"/>
          </p:nvPr>
        </p:nvSpPr>
        <p:spPr>
          <a:xfrm>
            <a:off x="10424158" y="6478523"/>
            <a:ext cx="1280160" cy="274319"/>
          </a:xfrm>
        </p:spPr>
        <p:txBody>
          <a:bodyPr/>
          <a:lstStyle/>
          <a:p>
            <a:fld id="{836B39AA-EFE2-F246-9AEF-90AD81E90120}" type="slidenum">
              <a:rPr lang="en-US" smtClean="0"/>
              <a:pPr/>
              <a:t>9</a:t>
            </a:fld>
            <a:endParaRPr lang="en-US"/>
          </a:p>
        </p:txBody>
      </p:sp>
      <p:sp>
        <p:nvSpPr>
          <p:cNvPr id="4" name="Content Placeholder 3">
            <a:extLst>
              <a:ext uri="{FF2B5EF4-FFF2-40B4-BE49-F238E27FC236}">
                <a16:creationId xmlns:a16="http://schemas.microsoft.com/office/drawing/2014/main" id="{C0373558-6C34-1EA9-22AF-029A2E72FCFF}"/>
              </a:ext>
            </a:extLst>
          </p:cNvPr>
          <p:cNvSpPr txBox="1">
            <a:spLocks/>
          </p:cNvSpPr>
          <p:nvPr/>
        </p:nvSpPr>
        <p:spPr>
          <a:xfrm>
            <a:off x="595830" y="1829035"/>
            <a:ext cx="4655639" cy="4551165"/>
          </a:xfrm>
          <a:prstGeom prst="rect">
            <a:avLst/>
          </a:prstGeom>
        </p:spPr>
        <p:txBody>
          <a:bodyPr lIns="91440" tIns="45720" rIns="91440" bIns="45720" anchor="t"/>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solidFill>
                  <a:schemeClr val="accent1">
                    <a:lumMod val="75000"/>
                  </a:schemeClr>
                </a:solidFill>
              </a:rPr>
              <a:t>Advantages of WebView2 :</a:t>
            </a:r>
          </a:p>
          <a:p>
            <a:pPr algn="just">
              <a:spcBef>
                <a:spcPts val="800"/>
              </a:spcBef>
              <a:buFont typeface="Wingdings" panose="05000000000000000000" pitchFamily="2" charset="2"/>
              <a:buChar char="ü"/>
            </a:pPr>
            <a:r>
              <a:rPr lang="en-US" sz="1400" dirty="0"/>
              <a:t>Pre-installed in Windows 10 or higher.</a:t>
            </a:r>
          </a:p>
          <a:p>
            <a:pPr algn="just">
              <a:spcBef>
                <a:spcPts val="800"/>
              </a:spcBef>
              <a:buFont typeface="Wingdings" panose="05000000000000000000" pitchFamily="2" charset="2"/>
              <a:buChar char="ü"/>
            </a:pPr>
            <a:r>
              <a:rPr lang="en-US" sz="1400" dirty="0"/>
              <a:t>Most of Windows Applications are WebView based</a:t>
            </a:r>
            <a:endParaRPr lang="en-US" dirty="0"/>
          </a:p>
          <a:p>
            <a:pPr algn="just">
              <a:spcBef>
                <a:spcPts val="800"/>
              </a:spcBef>
              <a:buFont typeface="Wingdings" panose="05000000000000000000" pitchFamily="2" charset="2"/>
              <a:buChar char="ü"/>
            </a:pPr>
            <a:r>
              <a:rPr lang="en-US" sz="1400" dirty="0"/>
              <a:t>Uses the Chromium-based Microsoft Edge engine.</a:t>
            </a:r>
          </a:p>
          <a:p>
            <a:pPr marL="0" indent="0" algn="just">
              <a:spcBef>
                <a:spcPts val="800"/>
              </a:spcBef>
              <a:buNone/>
            </a:pPr>
            <a:r>
              <a:rPr lang="en-US" sz="1400" dirty="0"/>
              <a:t> (always in the runtime, no need to restart)</a:t>
            </a:r>
          </a:p>
          <a:p>
            <a:pPr algn="just">
              <a:spcBef>
                <a:spcPts val="800"/>
              </a:spcBef>
              <a:buFont typeface="Wingdings" panose="05000000000000000000" pitchFamily="2" charset="2"/>
              <a:buChar char="ü"/>
            </a:pPr>
            <a:r>
              <a:rPr lang="en-US" sz="1400" dirty="0"/>
              <a:t>Best readability (Uses HTML+CSS+JS)</a:t>
            </a:r>
          </a:p>
          <a:p>
            <a:pPr marL="0" indent="0" algn="just">
              <a:buFont typeface="Arial" panose="020B0604020202020204" pitchFamily="34" charset="0"/>
              <a:buNone/>
            </a:pPr>
            <a:r>
              <a:rPr lang="en-US" dirty="0">
                <a:solidFill>
                  <a:schemeClr val="accent1">
                    <a:lumMod val="75000"/>
                  </a:schemeClr>
                </a:solidFill>
              </a:rPr>
              <a:t>Tradeoff? </a:t>
            </a:r>
          </a:p>
          <a:p>
            <a:pPr marL="0" indent="0" algn="just">
              <a:spcBef>
                <a:spcPts val="800"/>
              </a:spcBef>
              <a:buNone/>
            </a:pPr>
            <a:r>
              <a:rPr lang="en-US" sz="1400" dirty="0">
                <a:ea typeface="+mn-lt"/>
                <a:cs typeface="+mn-lt"/>
              </a:rPr>
              <a:t>×</a:t>
            </a:r>
            <a:r>
              <a:rPr lang="en-US" sz="1400" dirty="0"/>
              <a:t> Adds a dependency for the customer to have pre-installed Webview2.</a:t>
            </a:r>
            <a:endParaRPr lang="en-US" sz="1400" dirty="0">
              <a:cs typeface="Arial"/>
            </a:endParaRPr>
          </a:p>
          <a:p>
            <a:pPr marL="0" indent="0" algn="just">
              <a:spcBef>
                <a:spcPts val="800"/>
              </a:spcBef>
              <a:buNone/>
            </a:pPr>
            <a:r>
              <a:rPr lang="en-US" sz="1400" dirty="0">
                <a:ea typeface="+mn-lt"/>
                <a:cs typeface="+mn-lt"/>
              </a:rPr>
              <a:t>×</a:t>
            </a:r>
            <a:r>
              <a:rPr lang="en-US" sz="1400" dirty="0"/>
              <a:t> For Legacy Windows (Win7 or older) and other OS (Linux, Mac), need to bundle a chromium .exe </a:t>
            </a:r>
          </a:p>
          <a:p>
            <a:pPr marL="0" indent="0" algn="just">
              <a:spcBef>
                <a:spcPts val="800"/>
              </a:spcBef>
              <a:buNone/>
            </a:pPr>
            <a:r>
              <a:rPr lang="en-US" sz="1400" dirty="0"/>
              <a:t>(extra 100MB).</a:t>
            </a:r>
            <a:endParaRPr lang="en-US" sz="1400" dirty="0">
              <a:cs typeface="Arial"/>
            </a:endParaRPr>
          </a:p>
          <a:p>
            <a:pPr marL="0" indent="0" algn="just">
              <a:spcBef>
                <a:spcPts val="800"/>
              </a:spcBef>
              <a:buNone/>
            </a:pPr>
            <a:r>
              <a:rPr lang="en-US" sz="1400" dirty="0">
                <a:ea typeface="+mn-lt"/>
                <a:cs typeface="+mn-lt"/>
              </a:rPr>
              <a:t>×</a:t>
            </a:r>
            <a:r>
              <a:rPr lang="en-US" sz="1400" dirty="0"/>
              <a:t> Would take a lot effort to migrate to Rust. </a:t>
            </a:r>
            <a:endParaRPr lang="en-US" sz="1400" dirty="0">
              <a:cs typeface="Arial"/>
            </a:endParaRPr>
          </a:p>
          <a:p>
            <a:pPr marL="0" indent="0" algn="just">
              <a:spcBef>
                <a:spcPts val="800"/>
              </a:spcBef>
              <a:buNone/>
            </a:pPr>
            <a:endParaRPr lang="en-US" sz="1400" dirty="0">
              <a:cs typeface="Arial"/>
            </a:endParaRPr>
          </a:p>
          <a:p>
            <a:pPr algn="just"/>
            <a:endParaRPr lang="en-US" sz="1400" dirty="0"/>
          </a:p>
        </p:txBody>
      </p:sp>
      <p:sp>
        <p:nvSpPr>
          <p:cNvPr id="7" name="Content Placeholder 3">
            <a:extLst>
              <a:ext uri="{FF2B5EF4-FFF2-40B4-BE49-F238E27FC236}">
                <a16:creationId xmlns:a16="http://schemas.microsoft.com/office/drawing/2014/main" id="{4456F1E8-3EA1-9FC0-A205-3468A480C868}"/>
              </a:ext>
            </a:extLst>
          </p:cNvPr>
          <p:cNvSpPr txBox="1">
            <a:spLocks/>
          </p:cNvSpPr>
          <p:nvPr/>
        </p:nvSpPr>
        <p:spPr>
          <a:xfrm>
            <a:off x="595830" y="806597"/>
            <a:ext cx="4655639" cy="1158092"/>
          </a:xfrm>
          <a:prstGeom prst="rect">
            <a:avLst/>
          </a:prstGeom>
        </p:spPr>
        <p:txBody>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a:solidFill>
                  <a:schemeClr val="accent1">
                    <a:lumMod val="75000"/>
                  </a:schemeClr>
                </a:solidFill>
              </a:rPr>
              <a:t>Tech Stack:</a:t>
            </a:r>
          </a:p>
          <a:p>
            <a:pPr algn="just">
              <a:spcBef>
                <a:spcPts val="800"/>
              </a:spcBef>
              <a:buFont typeface="Wingdings" panose="05000000000000000000" pitchFamily="2" charset="2"/>
              <a:buChar char="ü"/>
            </a:pPr>
            <a:r>
              <a:rPr lang="en-US" sz="1400"/>
              <a:t>Uses Rust for Frontend-Backend Bridge.</a:t>
            </a:r>
          </a:p>
          <a:p>
            <a:pPr algn="just">
              <a:spcBef>
                <a:spcPts val="800"/>
              </a:spcBef>
              <a:buFont typeface="Wingdings" panose="05000000000000000000" pitchFamily="2" charset="2"/>
              <a:buChar char="ü"/>
            </a:pPr>
            <a:r>
              <a:rPr lang="en-US" sz="1400"/>
              <a:t>Uses Systems WebView2 for Graphics.</a:t>
            </a:r>
          </a:p>
          <a:p>
            <a:pPr marL="0" indent="0" algn="just">
              <a:buNone/>
            </a:pPr>
            <a:endParaRPr lang="en-US" sz="1400"/>
          </a:p>
        </p:txBody>
      </p:sp>
      <p:sp>
        <p:nvSpPr>
          <p:cNvPr id="3" name="Title 1">
            <a:extLst>
              <a:ext uri="{FF2B5EF4-FFF2-40B4-BE49-F238E27FC236}">
                <a16:creationId xmlns:a16="http://schemas.microsoft.com/office/drawing/2014/main" id="{1E5450E0-0950-2364-A89A-F56DAC9A3462}"/>
              </a:ext>
            </a:extLst>
          </p:cNvPr>
          <p:cNvSpPr txBox="1">
            <a:spLocks/>
          </p:cNvSpPr>
          <p:nvPr/>
        </p:nvSpPr>
        <p:spPr>
          <a:xfrm>
            <a:off x="6809817" y="258173"/>
            <a:ext cx="3258352" cy="605628"/>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t>Win32 API + GDI</a:t>
            </a:r>
          </a:p>
        </p:txBody>
      </p:sp>
      <p:sp>
        <p:nvSpPr>
          <p:cNvPr id="6" name="Content Placeholder 3">
            <a:extLst>
              <a:ext uri="{FF2B5EF4-FFF2-40B4-BE49-F238E27FC236}">
                <a16:creationId xmlns:a16="http://schemas.microsoft.com/office/drawing/2014/main" id="{B86D3144-35FE-BA88-A400-A66F44CD437A}"/>
              </a:ext>
            </a:extLst>
          </p:cNvPr>
          <p:cNvSpPr txBox="1">
            <a:spLocks/>
          </p:cNvSpPr>
          <p:nvPr/>
        </p:nvSpPr>
        <p:spPr>
          <a:xfrm>
            <a:off x="6809817" y="2171401"/>
            <a:ext cx="5207812" cy="4241929"/>
          </a:xfrm>
          <a:prstGeom prst="rect">
            <a:avLst/>
          </a:prstGeom>
        </p:spPr>
        <p:txBody>
          <a:bodyPr lIns="91440" tIns="45720" rIns="91440" bIns="45720" anchor="t"/>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accent1">
                    <a:lumMod val="75000"/>
                  </a:schemeClr>
                </a:solidFill>
              </a:rPr>
              <a:t>Advantages Win32 API:</a:t>
            </a:r>
          </a:p>
          <a:p>
            <a:pPr>
              <a:spcBef>
                <a:spcPts val="800"/>
              </a:spcBef>
              <a:buFont typeface="Wingdings" panose="05000000000000000000" pitchFamily="2" charset="2"/>
              <a:buChar char="ü"/>
            </a:pPr>
            <a:r>
              <a:rPr lang="en-US" sz="1400" dirty="0"/>
              <a:t>Zero dependencies</a:t>
            </a:r>
          </a:p>
          <a:p>
            <a:pPr>
              <a:spcBef>
                <a:spcPts val="800"/>
              </a:spcBef>
              <a:buFont typeface="Wingdings" panose="05000000000000000000" pitchFamily="2" charset="2"/>
              <a:buChar char="ü"/>
            </a:pPr>
            <a:r>
              <a:rPr lang="en-US" sz="1400" dirty="0"/>
              <a:t>Smallest binary size - Direct Windows integration</a:t>
            </a:r>
          </a:p>
          <a:p>
            <a:pPr>
              <a:spcBef>
                <a:spcPts val="800"/>
              </a:spcBef>
              <a:buFont typeface="Wingdings" panose="05000000000000000000" pitchFamily="2" charset="2"/>
              <a:buChar char="ü"/>
            </a:pPr>
            <a:r>
              <a:rPr lang="en-US" sz="1400" dirty="0"/>
              <a:t> Maximum performance - Direct system calls</a:t>
            </a:r>
          </a:p>
          <a:p>
            <a:pPr>
              <a:spcBef>
                <a:spcPts val="800"/>
              </a:spcBef>
              <a:buFont typeface="Wingdings" panose="05000000000000000000" pitchFamily="2" charset="2"/>
              <a:buChar char="ü"/>
            </a:pPr>
            <a:r>
              <a:rPr lang="en-US" sz="1400" dirty="0"/>
              <a:t> Full Windows control - Access to all OS features</a:t>
            </a:r>
          </a:p>
          <a:p>
            <a:pPr>
              <a:spcBef>
                <a:spcPts val="800"/>
              </a:spcBef>
              <a:buFont typeface="Wingdings" panose="05000000000000000000" pitchFamily="2" charset="2"/>
              <a:buChar char="ü"/>
            </a:pPr>
            <a:r>
              <a:rPr lang="en-US" sz="1400" dirty="0"/>
              <a:t>Pre-installed on Windows - No runtime required</a:t>
            </a:r>
            <a:endParaRPr lang="en-US" sz="1400" dirty="0">
              <a:cs typeface="Arial"/>
            </a:endParaRPr>
          </a:p>
          <a:p>
            <a:pPr>
              <a:spcBef>
                <a:spcPts val="800"/>
              </a:spcBef>
              <a:buFont typeface="Wingdings" panose="05000000000000000000" pitchFamily="2" charset="2"/>
              <a:buChar char="ü"/>
            </a:pPr>
            <a:r>
              <a:rPr lang="en-US" sz="1400" dirty="0"/>
              <a:t>Even QT Framework uses Win32 API internally</a:t>
            </a:r>
            <a:br>
              <a:rPr lang="en-US" sz="1400" dirty="0"/>
            </a:br>
            <a:r>
              <a:rPr lang="en-US" sz="1400" dirty="0"/>
              <a:t>- QT is just an abstraction layer on top of Win32</a:t>
            </a:r>
          </a:p>
          <a:p>
            <a:pPr marL="0" indent="0">
              <a:buFont typeface="Arial" panose="020B0604020202020204" pitchFamily="34" charset="0"/>
              <a:buNone/>
            </a:pPr>
            <a:r>
              <a:rPr lang="en-US" dirty="0">
                <a:solidFill>
                  <a:schemeClr val="accent1">
                    <a:lumMod val="75000"/>
                  </a:schemeClr>
                </a:solidFill>
              </a:rPr>
              <a:t>Tradeoff? </a:t>
            </a:r>
          </a:p>
          <a:p>
            <a:pPr marL="0" indent="0">
              <a:spcBef>
                <a:spcPts val="800"/>
              </a:spcBef>
              <a:buNone/>
            </a:pPr>
            <a:r>
              <a:rPr lang="en-US" sz="1400" dirty="0"/>
              <a:t> </a:t>
            </a:r>
            <a:r>
              <a:rPr lang="en-US" sz="1400" dirty="0">
                <a:ea typeface="+mn-lt"/>
                <a:cs typeface="+mn-lt"/>
              </a:rPr>
              <a:t>× </a:t>
            </a:r>
            <a:r>
              <a:rPr lang="en-US" sz="1400" dirty="0"/>
              <a:t>Limited modern UI - Hard to create fancy animations</a:t>
            </a:r>
            <a:endParaRPr lang="en-US" sz="1400" dirty="0">
              <a:cs typeface="Arial"/>
            </a:endParaRPr>
          </a:p>
          <a:p>
            <a:pPr marL="0" indent="0">
              <a:spcBef>
                <a:spcPts val="800"/>
              </a:spcBef>
              <a:buNone/>
            </a:pPr>
            <a:r>
              <a:rPr lang="en-US" sz="1400" dirty="0">
                <a:ea typeface="+mn-lt"/>
                <a:cs typeface="+mn-lt"/>
              </a:rPr>
              <a:t>× </a:t>
            </a:r>
            <a:r>
              <a:rPr lang="en-US" sz="1400" dirty="0"/>
              <a:t>Outdated UI paradigms - No modern web-style layouts</a:t>
            </a:r>
            <a:endParaRPr lang="en-US" sz="1400" dirty="0">
              <a:cs typeface="Arial"/>
            </a:endParaRPr>
          </a:p>
          <a:p>
            <a:pPr marL="0" indent="0">
              <a:spcBef>
                <a:spcPts val="800"/>
              </a:spcBef>
              <a:buNone/>
            </a:pPr>
            <a:r>
              <a:rPr lang="en-US" sz="1400" dirty="0">
                <a:ea typeface="+mn-lt"/>
                <a:cs typeface="+mn-lt"/>
              </a:rPr>
              <a:t>× </a:t>
            </a:r>
            <a:r>
              <a:rPr lang="en-US" sz="1400" dirty="0"/>
              <a:t>Windows-only - Not cross-platform</a:t>
            </a:r>
            <a:endParaRPr lang="en-US" sz="1400" dirty="0">
              <a:cs typeface="Arial"/>
            </a:endParaRPr>
          </a:p>
          <a:p>
            <a:pPr>
              <a:spcBef>
                <a:spcPts val="800"/>
              </a:spcBef>
              <a:buFont typeface="Wingdings" panose="05000000000000000000" pitchFamily="2" charset="2"/>
              <a:buChar char="ü"/>
            </a:pPr>
            <a:endParaRPr lang="en-US" sz="1400" dirty="0"/>
          </a:p>
          <a:p>
            <a:endParaRPr lang="en-US" sz="1400" dirty="0"/>
          </a:p>
        </p:txBody>
      </p:sp>
      <p:sp>
        <p:nvSpPr>
          <p:cNvPr id="8" name="Content Placeholder 3">
            <a:extLst>
              <a:ext uri="{FF2B5EF4-FFF2-40B4-BE49-F238E27FC236}">
                <a16:creationId xmlns:a16="http://schemas.microsoft.com/office/drawing/2014/main" id="{EF86BBE3-6B06-6DE2-373B-4DA1963FF92D}"/>
              </a:ext>
            </a:extLst>
          </p:cNvPr>
          <p:cNvSpPr txBox="1">
            <a:spLocks/>
          </p:cNvSpPr>
          <p:nvPr/>
        </p:nvSpPr>
        <p:spPr>
          <a:xfrm>
            <a:off x="6809817" y="798762"/>
            <a:ext cx="4655639" cy="1049937"/>
          </a:xfrm>
          <a:prstGeom prst="rect">
            <a:avLst/>
          </a:prstGeom>
        </p:spPr>
        <p:txBody>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chemeClr val="accent1">
                    <a:lumMod val="75000"/>
                  </a:schemeClr>
                </a:solidFill>
              </a:rPr>
              <a:t>Tech Stack:</a:t>
            </a:r>
          </a:p>
          <a:p>
            <a:pPr>
              <a:spcBef>
                <a:spcPts val="800"/>
              </a:spcBef>
              <a:buFont typeface="Wingdings" panose="05000000000000000000" pitchFamily="2" charset="2"/>
              <a:buChar char="ü"/>
            </a:pPr>
            <a:r>
              <a:rPr lang="en-US" sz="1400"/>
              <a:t>Native Windows API (C/C++).</a:t>
            </a:r>
          </a:p>
          <a:p>
            <a:pPr>
              <a:spcBef>
                <a:spcPts val="800"/>
              </a:spcBef>
              <a:buFont typeface="Wingdings" panose="05000000000000000000" pitchFamily="2" charset="2"/>
              <a:buChar char="ü"/>
            </a:pPr>
            <a:r>
              <a:rPr lang="en-US" sz="1400"/>
              <a:t>GDI/GDI+ for Graphics and Drawing</a:t>
            </a:r>
          </a:p>
          <a:p>
            <a:pPr>
              <a:spcBef>
                <a:spcPts val="800"/>
              </a:spcBef>
              <a:buFont typeface="Wingdings" panose="05000000000000000000" pitchFamily="2" charset="2"/>
              <a:buChar char="ü"/>
            </a:pPr>
            <a:r>
              <a:rPr lang="en-US" sz="1400"/>
              <a:t> Direct OS-level control, no abstraction layers</a:t>
            </a:r>
          </a:p>
        </p:txBody>
      </p:sp>
      <p:sp>
        <p:nvSpPr>
          <p:cNvPr id="11" name="Content Placeholder 2">
            <a:extLst>
              <a:ext uri="{FF2B5EF4-FFF2-40B4-BE49-F238E27FC236}">
                <a16:creationId xmlns:a16="http://schemas.microsoft.com/office/drawing/2014/main" id="{3AB6CE72-C8A2-4511-77BC-EB5EA8E83DA3}"/>
              </a:ext>
            </a:extLst>
          </p:cNvPr>
          <p:cNvSpPr>
            <a:spLocks noGrp="1"/>
          </p:cNvSpPr>
          <p:nvPr>
            <p:ph sz="half" idx="1"/>
          </p:nvPr>
        </p:nvSpPr>
        <p:spPr>
          <a:xfrm>
            <a:off x="2924668" y="6233115"/>
            <a:ext cx="5862754" cy="417990"/>
          </a:xfrm>
        </p:spPr>
        <p:txBody>
          <a:bodyPr vert="horz" lIns="0" tIns="0" rIns="0" bIns="0" spcCol="484632" rtlCol="0" anchor="t">
            <a:noAutofit/>
          </a:bodyPr>
          <a:lstStyle/>
          <a:p>
            <a:pPr marL="0" indent="0">
              <a:buNone/>
            </a:pPr>
            <a:r>
              <a:rPr lang="en-US" dirty="0"/>
              <a:t>Conclusion: </a:t>
            </a:r>
            <a:r>
              <a:rPr lang="en-US" b="1" dirty="0">
                <a:solidFill>
                  <a:srgbClr val="01AB01"/>
                </a:solidFill>
              </a:rPr>
              <a:t>Win32 is the Best Fit, Zero</a:t>
            </a:r>
            <a:r>
              <a:rPr lang="en-US" b="1" dirty="0"/>
              <a:t> Licensing Cost </a:t>
            </a:r>
            <a:br>
              <a:rPr lang="en-US" sz="2400" b="1" dirty="0"/>
            </a:br>
            <a:endParaRPr lang="en-US" sz="2400" b="1" dirty="0"/>
          </a:p>
          <a:p>
            <a:pPr marL="0" indent="0">
              <a:buNone/>
            </a:pPr>
            <a:endParaRPr lang="en-US" sz="2400" dirty="0"/>
          </a:p>
        </p:txBody>
      </p:sp>
      <p:sp>
        <p:nvSpPr>
          <p:cNvPr id="13" name="Rectangle 12">
            <a:extLst>
              <a:ext uri="{FF2B5EF4-FFF2-40B4-BE49-F238E27FC236}">
                <a16:creationId xmlns:a16="http://schemas.microsoft.com/office/drawing/2014/main" id="{59A9C9A3-615F-30A7-7055-7C3BF11AA3C5}"/>
              </a:ext>
            </a:extLst>
          </p:cNvPr>
          <p:cNvSpPr/>
          <p:nvPr/>
        </p:nvSpPr>
        <p:spPr>
          <a:xfrm>
            <a:off x="2905403" y="6186433"/>
            <a:ext cx="5867881" cy="406526"/>
          </a:xfrm>
          <a:prstGeom prst="rect">
            <a:avLst/>
          </a:prstGeom>
          <a:noFill/>
          <a:ln w="6350" cap="sq">
            <a:solidFill>
              <a:schemeClr val="tx1"/>
            </a:solidFill>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cxnSp>
        <p:nvCxnSpPr>
          <p:cNvPr id="10" name="Straight Connector 9">
            <a:extLst>
              <a:ext uri="{FF2B5EF4-FFF2-40B4-BE49-F238E27FC236}">
                <a16:creationId xmlns:a16="http://schemas.microsoft.com/office/drawing/2014/main" id="{F7021006-2A66-C74C-3C84-2FF923EA776C}"/>
              </a:ext>
            </a:extLst>
          </p:cNvPr>
          <p:cNvCxnSpPr>
            <a:cxnSpLocks/>
          </p:cNvCxnSpPr>
          <p:nvPr/>
        </p:nvCxnSpPr>
        <p:spPr>
          <a:xfrm>
            <a:off x="5856045" y="925862"/>
            <a:ext cx="0" cy="5006276"/>
          </a:xfrm>
          <a:prstGeom prst="line">
            <a:avLst/>
          </a:prstGeom>
          <a:ln w="6350" cap="sq">
            <a:miter lim="800000"/>
          </a:ln>
        </p:spPr>
        <p:style>
          <a:lnRef idx="1">
            <a:schemeClr val="tx1"/>
          </a:lnRef>
          <a:fillRef idx="0">
            <a:schemeClr val="tx1"/>
          </a:fillRef>
          <a:effectRef idx="0">
            <a:srgbClr val="000000"/>
          </a:effectRef>
          <a:fontRef idx="minor">
            <a:schemeClr val="bg1"/>
          </a:fontRef>
        </p:style>
      </p:cxnSp>
    </p:spTree>
    <p:extLst>
      <p:ext uri="{BB962C8B-B14F-4D97-AF65-F5344CB8AC3E}">
        <p14:creationId xmlns:p14="http://schemas.microsoft.com/office/powerpoint/2010/main" val="174381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469913-60F5-8BE8-B2E7-9AFF961603DB}"/>
              </a:ext>
            </a:extLst>
          </p:cNvPr>
          <p:cNvPicPr>
            <a:picLocks noChangeAspect="1"/>
          </p:cNvPicPr>
          <p:nvPr/>
        </p:nvPicPr>
        <p:blipFill>
          <a:blip r:embed="rId2"/>
          <a:srcRect l="7612" t="5760" r="7292" b="21132"/>
          <a:stretch>
            <a:fillRect/>
          </a:stretch>
        </p:blipFill>
        <p:spPr>
          <a:xfrm>
            <a:off x="86432" y="1772061"/>
            <a:ext cx="2934364" cy="1673509"/>
          </a:xfrm>
          <a:prstGeom prst="rect">
            <a:avLst/>
          </a:prstGeom>
        </p:spPr>
      </p:pic>
      <p:sp>
        <p:nvSpPr>
          <p:cNvPr id="6" name="Title 5">
            <a:extLst>
              <a:ext uri="{FF2B5EF4-FFF2-40B4-BE49-F238E27FC236}">
                <a16:creationId xmlns:a16="http://schemas.microsoft.com/office/drawing/2014/main" id="{C2272D8A-4D59-F445-A81D-45C0C309DE55}"/>
              </a:ext>
            </a:extLst>
          </p:cNvPr>
          <p:cNvSpPr>
            <a:spLocks noGrp="1"/>
          </p:cNvSpPr>
          <p:nvPr>
            <p:ph type="title"/>
          </p:nvPr>
        </p:nvSpPr>
        <p:spPr>
          <a:xfrm>
            <a:off x="452485" y="224429"/>
            <a:ext cx="11611743" cy="420183"/>
          </a:xfrm>
        </p:spPr>
        <p:txBody>
          <a:bodyPr/>
          <a:lstStyle/>
          <a:p>
            <a:pPr algn="ctr"/>
            <a:r>
              <a:rPr lang="en-US" sz="2800" b="0" dirty="0">
                <a:solidFill>
                  <a:schemeClr val="bg1"/>
                </a:solidFill>
              </a:rPr>
              <a:t>Proposed MUP Architecture/Technology Stack</a:t>
            </a:r>
          </a:p>
        </p:txBody>
      </p:sp>
      <p:grpSp>
        <p:nvGrpSpPr>
          <p:cNvPr id="2" name="Group 1">
            <a:extLst>
              <a:ext uri="{FF2B5EF4-FFF2-40B4-BE49-F238E27FC236}">
                <a16:creationId xmlns:a16="http://schemas.microsoft.com/office/drawing/2014/main" id="{D8E1DB6C-CEB7-A673-DE40-C4A6604219FF}"/>
              </a:ext>
            </a:extLst>
          </p:cNvPr>
          <p:cNvGrpSpPr/>
          <p:nvPr/>
        </p:nvGrpSpPr>
        <p:grpSpPr>
          <a:xfrm>
            <a:off x="2893477" y="876120"/>
            <a:ext cx="8592075" cy="4630689"/>
            <a:chOff x="3207802" y="971740"/>
            <a:chExt cx="8592075" cy="4630689"/>
          </a:xfrm>
        </p:grpSpPr>
        <p:sp>
          <p:nvSpPr>
            <p:cNvPr id="92" name="Rectangle: Rounded Corners 91">
              <a:extLst>
                <a:ext uri="{FF2B5EF4-FFF2-40B4-BE49-F238E27FC236}">
                  <a16:creationId xmlns:a16="http://schemas.microsoft.com/office/drawing/2014/main" id="{ADC490B4-C643-4017-A52D-61FC27630F0F}"/>
                </a:ext>
              </a:extLst>
            </p:cNvPr>
            <p:cNvSpPr/>
            <p:nvPr/>
          </p:nvSpPr>
          <p:spPr>
            <a:xfrm>
              <a:off x="6428204" y="3550714"/>
              <a:ext cx="1268175"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Error Handler</a:t>
              </a:r>
            </a:p>
          </p:txBody>
        </p:sp>
        <p:sp>
          <p:nvSpPr>
            <p:cNvPr id="96" name="Rectangle: Rounded Corners 95">
              <a:extLst>
                <a:ext uri="{FF2B5EF4-FFF2-40B4-BE49-F238E27FC236}">
                  <a16:creationId xmlns:a16="http://schemas.microsoft.com/office/drawing/2014/main" id="{76165755-8439-4DB2-8A3E-A1E67963C1CD}"/>
                </a:ext>
              </a:extLst>
            </p:cNvPr>
            <p:cNvSpPr/>
            <p:nvPr/>
          </p:nvSpPr>
          <p:spPr>
            <a:xfrm>
              <a:off x="5030648" y="3550714"/>
              <a:ext cx="1291266"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Logger</a:t>
              </a:r>
            </a:p>
          </p:txBody>
        </p:sp>
        <p:sp>
          <p:nvSpPr>
            <p:cNvPr id="109" name="Rectangle 108">
              <a:extLst>
                <a:ext uri="{FF2B5EF4-FFF2-40B4-BE49-F238E27FC236}">
                  <a16:creationId xmlns:a16="http://schemas.microsoft.com/office/drawing/2014/main" id="{E6E9CEE2-E5E3-4F22-917B-42514CED8763}"/>
                </a:ext>
              </a:extLst>
            </p:cNvPr>
            <p:cNvSpPr/>
            <p:nvPr/>
          </p:nvSpPr>
          <p:spPr>
            <a:xfrm>
              <a:off x="4917235" y="2161542"/>
              <a:ext cx="6882641" cy="1050231"/>
            </a:xfrm>
            <a:prstGeom prst="rect">
              <a:avLst/>
            </a:prstGeom>
            <a:noFill/>
            <a:ln w="19050" cap="flat" cmpd="sng" algn="ctr">
              <a:solidFill>
                <a:srgbClr val="E7E6E6">
                  <a:lumMod val="75000"/>
                </a:srgbClr>
              </a:solidFill>
              <a:prstDash val="sys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16" name="Rectangle 115">
              <a:extLst>
                <a:ext uri="{FF2B5EF4-FFF2-40B4-BE49-F238E27FC236}">
                  <a16:creationId xmlns:a16="http://schemas.microsoft.com/office/drawing/2014/main" id="{49CB5E00-BAE2-453F-ABDC-5C96558462BF}"/>
                </a:ext>
              </a:extLst>
            </p:cNvPr>
            <p:cNvSpPr/>
            <p:nvPr/>
          </p:nvSpPr>
          <p:spPr>
            <a:xfrm>
              <a:off x="4922185" y="971740"/>
              <a:ext cx="6877692" cy="950495"/>
            </a:xfrm>
            <a:prstGeom prst="rect">
              <a:avLst/>
            </a:prstGeom>
            <a:noFill/>
            <a:ln w="19050" cap="flat" cmpd="sng" algn="ctr">
              <a:solidFill>
                <a:srgbClr val="A5A5A5">
                  <a:lumMod val="60000"/>
                  <a:lumOff val="40000"/>
                </a:srgbClr>
              </a:solidFill>
              <a:prstDash val="sys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22" name="Rectangle: Rounded Corners 121">
              <a:extLst>
                <a:ext uri="{FF2B5EF4-FFF2-40B4-BE49-F238E27FC236}">
                  <a16:creationId xmlns:a16="http://schemas.microsoft.com/office/drawing/2014/main" id="{DEF8152B-479D-4B78-9252-F35DDDF37C53}"/>
                </a:ext>
              </a:extLst>
            </p:cNvPr>
            <p:cNvSpPr/>
            <p:nvPr/>
          </p:nvSpPr>
          <p:spPr>
            <a:xfrm>
              <a:off x="7822765" y="3550714"/>
              <a:ext cx="1708952" cy="240135"/>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800"/>
                </a:spcAft>
                <a:buClrTx/>
                <a:buSzTx/>
                <a:buFontTx/>
                <a:buNone/>
                <a:tabLst/>
                <a:defRPr/>
              </a:pPr>
              <a:r>
                <a:rPr kumimoji="0" lang="en-US" sz="1100" b="0" i="0" u="none" strike="noStrike" kern="0" cap="none" spc="0" normalizeH="0" baseline="0" noProof="0" dirty="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Command Parser</a:t>
              </a:r>
            </a:p>
          </p:txBody>
        </p:sp>
        <p:sp>
          <p:nvSpPr>
            <p:cNvPr id="129" name="Arrow: Pentagon 128">
              <a:extLst>
                <a:ext uri="{FF2B5EF4-FFF2-40B4-BE49-F238E27FC236}">
                  <a16:creationId xmlns:a16="http://schemas.microsoft.com/office/drawing/2014/main" id="{75BFC41A-FB22-4DF8-B7E6-421FD4BB6E0D}"/>
                </a:ext>
              </a:extLst>
            </p:cNvPr>
            <p:cNvSpPr/>
            <p:nvPr/>
          </p:nvSpPr>
          <p:spPr>
            <a:xfrm>
              <a:off x="3207805" y="5191084"/>
              <a:ext cx="1655474" cy="411345"/>
            </a:xfrm>
            <a:prstGeom prst="homePlate">
              <a:avLst/>
            </a:prstGeom>
            <a:solidFill>
              <a:schemeClr val="tx2">
                <a:lumMod val="50000"/>
              </a:schemeClr>
            </a:solidFill>
            <a:ln w="19050" cap="flat" cmpd="sng" algn="ctr">
              <a:solidFill>
                <a:srgbClr val="FFC000">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7000"/>
                </a:lnSpc>
                <a:spcBef>
                  <a:spcPts val="0"/>
                </a:spcBef>
                <a:spcAft>
                  <a:spcPts val="800"/>
                </a:spcAft>
                <a:buClrTx/>
                <a:buSzTx/>
                <a:buFontTx/>
                <a:buNone/>
                <a:tabLst/>
                <a:defRPr/>
              </a:pPr>
              <a:r>
                <a:rPr kumimoji="0" lang="en-US" sz="1200" b="1" i="0" u="none" strike="noStrike" kern="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Driver Layer </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0" name="Arrow: Pentagon 129">
              <a:extLst>
                <a:ext uri="{FF2B5EF4-FFF2-40B4-BE49-F238E27FC236}">
                  <a16:creationId xmlns:a16="http://schemas.microsoft.com/office/drawing/2014/main" id="{96AC2854-8F03-4DEC-B696-ADAAB65EDBA0}"/>
                </a:ext>
              </a:extLst>
            </p:cNvPr>
            <p:cNvSpPr/>
            <p:nvPr/>
          </p:nvSpPr>
          <p:spPr>
            <a:xfrm>
              <a:off x="3207804" y="4614918"/>
              <a:ext cx="1655474" cy="448168"/>
            </a:xfrm>
            <a:prstGeom prst="homePlate">
              <a:avLst/>
            </a:prstGeom>
            <a:solidFill>
              <a:srgbClr val="4472C4"/>
            </a:solidFill>
            <a:ln w="1905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800"/>
                </a:spcAft>
                <a:buClrTx/>
                <a:buSzTx/>
                <a:buFontTx/>
                <a:buNone/>
                <a:tabLst/>
                <a:defRPr/>
              </a:pPr>
              <a:r>
                <a:rPr kumimoji="0" lang="en-US" sz="1100" b="1" i="0" u="none" strike="noStrike" kern="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Platform Abstraction Layer</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1" name="Rectangle 130">
              <a:extLst>
                <a:ext uri="{FF2B5EF4-FFF2-40B4-BE49-F238E27FC236}">
                  <a16:creationId xmlns:a16="http://schemas.microsoft.com/office/drawing/2014/main" id="{B22E7A11-45AA-4B24-87F1-FB548C840CA5}"/>
                </a:ext>
              </a:extLst>
            </p:cNvPr>
            <p:cNvSpPr/>
            <p:nvPr/>
          </p:nvSpPr>
          <p:spPr>
            <a:xfrm>
              <a:off x="4890002" y="3443281"/>
              <a:ext cx="6909874" cy="482626"/>
            </a:xfrm>
            <a:prstGeom prst="rect">
              <a:avLst/>
            </a:prstGeom>
            <a:noFill/>
            <a:ln w="19050" cap="flat" cmpd="sng" algn="ctr">
              <a:solidFill>
                <a:srgbClr val="A5A5A5"/>
              </a:solidFill>
              <a:prstDash val="sys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33" name="Arrow: Pentagon 132">
              <a:extLst>
                <a:ext uri="{FF2B5EF4-FFF2-40B4-BE49-F238E27FC236}">
                  <a16:creationId xmlns:a16="http://schemas.microsoft.com/office/drawing/2014/main" id="{AE49390C-A615-4327-A14B-772EC36D3FD9}"/>
                </a:ext>
              </a:extLst>
            </p:cNvPr>
            <p:cNvSpPr/>
            <p:nvPr/>
          </p:nvSpPr>
          <p:spPr>
            <a:xfrm>
              <a:off x="3207803" y="4056721"/>
              <a:ext cx="1655474" cy="411345"/>
            </a:xfrm>
            <a:prstGeom prst="homePlate">
              <a:avLst>
                <a:gd name="adj" fmla="val 82826"/>
              </a:avLst>
            </a:prstGeom>
            <a:solidFill>
              <a:srgbClr val="376AD1"/>
            </a:solidFill>
            <a:ln w="1905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800"/>
                </a:spcAft>
                <a:buClrTx/>
                <a:buSzTx/>
                <a:buFontTx/>
                <a:buNone/>
                <a:tabLst/>
                <a:defRPr/>
              </a:pPr>
              <a:r>
                <a:rPr kumimoji="0" lang="en-US" sz="1100" b="1" i="0" u="none" strike="noStrike" kern="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Protocol Layer</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4" name="Arrow: Pentagon 133">
              <a:extLst>
                <a:ext uri="{FF2B5EF4-FFF2-40B4-BE49-F238E27FC236}">
                  <a16:creationId xmlns:a16="http://schemas.microsoft.com/office/drawing/2014/main" id="{4222F628-5CF1-40BD-A452-D7B2612FE545}"/>
                </a:ext>
              </a:extLst>
            </p:cNvPr>
            <p:cNvSpPr/>
            <p:nvPr/>
          </p:nvSpPr>
          <p:spPr>
            <a:xfrm>
              <a:off x="3229321" y="3464371"/>
              <a:ext cx="1633956" cy="411345"/>
            </a:xfrm>
            <a:prstGeom prst="homePlate">
              <a:avLst/>
            </a:prstGeom>
            <a:solidFill>
              <a:srgbClr val="44546A"/>
            </a:solidFill>
            <a:ln w="1905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Framework Services &amp; Utilities</a:t>
              </a:r>
              <a:endParaRPr kumimoji="0" lang="en-US" sz="1100" b="0" i="0" u="none" strike="noStrike" kern="0" cap="none" spc="0" normalizeH="0" baseline="0" noProof="0" dirty="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5" name="Arrow: Pentagon 134">
              <a:extLst>
                <a:ext uri="{FF2B5EF4-FFF2-40B4-BE49-F238E27FC236}">
                  <a16:creationId xmlns:a16="http://schemas.microsoft.com/office/drawing/2014/main" id="{2D051626-6C5B-4BA4-97B5-589D10F0EBFA}"/>
                </a:ext>
              </a:extLst>
            </p:cNvPr>
            <p:cNvSpPr/>
            <p:nvPr/>
          </p:nvSpPr>
          <p:spPr>
            <a:xfrm>
              <a:off x="3207803" y="1225587"/>
              <a:ext cx="1633956" cy="425529"/>
            </a:xfrm>
            <a:prstGeom prst="homePlate">
              <a:avLst/>
            </a:prstGeom>
            <a:solidFill>
              <a:srgbClr val="FFC000">
                <a:lumMod val="75000"/>
              </a:srgbClr>
            </a:solidFill>
            <a:ln w="1905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User Interface Layer</a:t>
              </a:r>
              <a:endParaRPr kumimoji="0" lang="en-US" sz="1100" b="0" i="0" u="none" strike="noStrike" kern="0" cap="none" spc="0" normalizeH="0" baseline="0" noProof="0" dirty="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6" name="Arrow: Pentagon 135">
              <a:extLst>
                <a:ext uri="{FF2B5EF4-FFF2-40B4-BE49-F238E27FC236}">
                  <a16:creationId xmlns:a16="http://schemas.microsoft.com/office/drawing/2014/main" id="{F8B9232A-2DD1-476A-AC64-90CFD8FAA883}"/>
                </a:ext>
              </a:extLst>
            </p:cNvPr>
            <p:cNvSpPr/>
            <p:nvPr/>
          </p:nvSpPr>
          <p:spPr>
            <a:xfrm>
              <a:off x="3207802" y="2388983"/>
              <a:ext cx="1690804" cy="766882"/>
            </a:xfrm>
            <a:prstGeom prst="homePlate">
              <a:avLst/>
            </a:prstGeom>
            <a:solidFill>
              <a:srgbClr val="4472C4">
                <a:lumMod val="75000"/>
              </a:srgbClr>
            </a:solidFill>
            <a:ln w="19050" cap="flat" cmpd="sng" algn="ctr">
              <a:solidFill>
                <a:srgbClr val="FFC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1" i="0" u="none" strike="noStrike" kern="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Application Layer</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1A2BF3A8-3DCD-89EC-E077-6AE7A7E403F0}"/>
                </a:ext>
              </a:extLst>
            </p:cNvPr>
            <p:cNvSpPr/>
            <p:nvPr/>
          </p:nvSpPr>
          <p:spPr>
            <a:xfrm>
              <a:off x="6783494" y="1113538"/>
              <a:ext cx="2009771"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End-User-License Agreement</a:t>
              </a:r>
            </a:p>
          </p:txBody>
        </p:sp>
        <p:sp>
          <p:nvSpPr>
            <p:cNvPr id="30" name="Rectangle: Rounded Corners 29">
              <a:extLst>
                <a:ext uri="{FF2B5EF4-FFF2-40B4-BE49-F238E27FC236}">
                  <a16:creationId xmlns:a16="http://schemas.microsoft.com/office/drawing/2014/main" id="{EA855D3C-904C-F327-F3AF-1E6A80640D80}"/>
                </a:ext>
              </a:extLst>
            </p:cNvPr>
            <p:cNvSpPr/>
            <p:nvPr/>
          </p:nvSpPr>
          <p:spPr>
            <a:xfrm>
              <a:off x="6793196" y="1519259"/>
              <a:ext cx="1811568"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Before Update Instructions</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2DF9794B-42F7-CFC7-4850-EDA15C2F8056}"/>
                </a:ext>
              </a:extLst>
            </p:cNvPr>
            <p:cNvSpPr/>
            <p:nvPr/>
          </p:nvSpPr>
          <p:spPr>
            <a:xfrm>
              <a:off x="8955321" y="1119428"/>
              <a:ext cx="1366360"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Update Progress</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39" name="Rectangle: Rounded Corners 38">
              <a:extLst>
                <a:ext uri="{FF2B5EF4-FFF2-40B4-BE49-F238E27FC236}">
                  <a16:creationId xmlns:a16="http://schemas.microsoft.com/office/drawing/2014/main" id="{55A4FE3B-AEC5-99C7-D552-B0BF9B42099F}"/>
                </a:ext>
              </a:extLst>
            </p:cNvPr>
            <p:cNvSpPr/>
            <p:nvPr/>
          </p:nvSpPr>
          <p:spPr>
            <a:xfrm>
              <a:off x="10051725" y="1519259"/>
              <a:ext cx="1366361"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Update Completion</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40" name="Rectangle: Rounded Corners 39">
              <a:extLst>
                <a:ext uri="{FF2B5EF4-FFF2-40B4-BE49-F238E27FC236}">
                  <a16:creationId xmlns:a16="http://schemas.microsoft.com/office/drawing/2014/main" id="{7983D281-0CE6-31A1-5053-49A7437070B3}"/>
                </a:ext>
              </a:extLst>
            </p:cNvPr>
            <p:cNvSpPr/>
            <p:nvPr/>
          </p:nvSpPr>
          <p:spPr>
            <a:xfrm>
              <a:off x="10515641" y="1122375"/>
              <a:ext cx="1066628"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Error/Failure</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44" name="Rectangle: Rounded Corners 43">
              <a:extLst>
                <a:ext uri="{FF2B5EF4-FFF2-40B4-BE49-F238E27FC236}">
                  <a16:creationId xmlns:a16="http://schemas.microsoft.com/office/drawing/2014/main" id="{B82268FA-2F6E-FB94-BFD2-9BD307CB22D0}"/>
                </a:ext>
              </a:extLst>
            </p:cNvPr>
            <p:cNvSpPr/>
            <p:nvPr/>
          </p:nvSpPr>
          <p:spPr>
            <a:xfrm>
              <a:off x="5226798" y="1100783"/>
              <a:ext cx="1366360"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Frontend Pages</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45" name="Rectangle: Rounded Corners 44">
              <a:extLst>
                <a:ext uri="{FF2B5EF4-FFF2-40B4-BE49-F238E27FC236}">
                  <a16:creationId xmlns:a16="http://schemas.microsoft.com/office/drawing/2014/main" id="{08A95B26-7A6C-A67B-C3DB-A8387D74C301}"/>
                </a:ext>
              </a:extLst>
            </p:cNvPr>
            <p:cNvSpPr/>
            <p:nvPr/>
          </p:nvSpPr>
          <p:spPr>
            <a:xfrm>
              <a:off x="8793265" y="1510963"/>
              <a:ext cx="1069959"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Action Buttons</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46" name="Rectangle: Rounded Corners 45">
              <a:extLst>
                <a:ext uri="{FF2B5EF4-FFF2-40B4-BE49-F238E27FC236}">
                  <a16:creationId xmlns:a16="http://schemas.microsoft.com/office/drawing/2014/main" id="{53A454C3-5810-F84C-1E9A-04BAF02B2CF9}"/>
                </a:ext>
              </a:extLst>
            </p:cNvPr>
            <p:cNvSpPr/>
            <p:nvPr/>
          </p:nvSpPr>
          <p:spPr>
            <a:xfrm>
              <a:off x="5188014" y="2363395"/>
              <a:ext cx="1291266"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App initialization</a:t>
              </a:r>
            </a:p>
          </p:txBody>
        </p:sp>
        <p:sp>
          <p:nvSpPr>
            <p:cNvPr id="47" name="Rectangle: Rounded Corners 46">
              <a:extLst>
                <a:ext uri="{FF2B5EF4-FFF2-40B4-BE49-F238E27FC236}">
                  <a16:creationId xmlns:a16="http://schemas.microsoft.com/office/drawing/2014/main" id="{3A78A6E4-C853-F84C-654B-85625594BCCA}"/>
                </a:ext>
              </a:extLst>
            </p:cNvPr>
            <p:cNvSpPr/>
            <p:nvPr/>
          </p:nvSpPr>
          <p:spPr>
            <a:xfrm>
              <a:off x="6712662" y="2363419"/>
              <a:ext cx="1291266"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Firmware Update</a:t>
              </a:r>
            </a:p>
          </p:txBody>
        </p:sp>
        <p:sp>
          <p:nvSpPr>
            <p:cNvPr id="48" name="Rectangle: Rounded Corners 47">
              <a:extLst>
                <a:ext uri="{FF2B5EF4-FFF2-40B4-BE49-F238E27FC236}">
                  <a16:creationId xmlns:a16="http://schemas.microsoft.com/office/drawing/2014/main" id="{2F0BC9F2-A0DB-E51F-43B8-48173FECBF13}"/>
                </a:ext>
              </a:extLst>
            </p:cNvPr>
            <p:cNvSpPr/>
            <p:nvPr/>
          </p:nvSpPr>
          <p:spPr>
            <a:xfrm>
              <a:off x="5213804" y="2790615"/>
              <a:ext cx="1498858"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dirty="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Window management</a:t>
              </a:r>
            </a:p>
          </p:txBody>
        </p:sp>
        <p:sp>
          <p:nvSpPr>
            <p:cNvPr id="49" name="Rectangle: Rounded Corners 48">
              <a:extLst>
                <a:ext uri="{FF2B5EF4-FFF2-40B4-BE49-F238E27FC236}">
                  <a16:creationId xmlns:a16="http://schemas.microsoft.com/office/drawing/2014/main" id="{08548450-887A-811A-73A9-503216627C93}"/>
                </a:ext>
              </a:extLst>
            </p:cNvPr>
            <p:cNvSpPr/>
            <p:nvPr/>
          </p:nvSpPr>
          <p:spPr>
            <a:xfrm>
              <a:off x="9799355" y="2363395"/>
              <a:ext cx="1291266"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Drive Discovery</a:t>
              </a:r>
            </a:p>
          </p:txBody>
        </p:sp>
        <p:sp>
          <p:nvSpPr>
            <p:cNvPr id="50" name="Rectangle: Rounded Corners 49">
              <a:extLst>
                <a:ext uri="{FF2B5EF4-FFF2-40B4-BE49-F238E27FC236}">
                  <a16:creationId xmlns:a16="http://schemas.microsoft.com/office/drawing/2014/main" id="{E400C722-0C29-F31E-88DB-348016204131}"/>
                </a:ext>
              </a:extLst>
            </p:cNvPr>
            <p:cNvSpPr/>
            <p:nvPr/>
          </p:nvSpPr>
          <p:spPr>
            <a:xfrm>
              <a:off x="6943097" y="2789648"/>
              <a:ext cx="1498858"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Silent mode execution</a:t>
              </a:r>
            </a:p>
          </p:txBody>
        </p:sp>
        <p:sp>
          <p:nvSpPr>
            <p:cNvPr id="52" name="Rectangle: Rounded Corners 51">
              <a:extLst>
                <a:ext uri="{FF2B5EF4-FFF2-40B4-BE49-F238E27FC236}">
                  <a16:creationId xmlns:a16="http://schemas.microsoft.com/office/drawing/2014/main" id="{12E62089-2F6C-CE34-089F-CC7666BA57A7}"/>
                </a:ext>
              </a:extLst>
            </p:cNvPr>
            <p:cNvSpPr/>
            <p:nvPr/>
          </p:nvSpPr>
          <p:spPr>
            <a:xfrm>
              <a:off x="8274707" y="2369456"/>
              <a:ext cx="1291266"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Status updates</a:t>
              </a:r>
            </a:p>
          </p:txBody>
        </p:sp>
        <p:sp>
          <p:nvSpPr>
            <p:cNvPr id="54" name="Rectangle: Rounded Corners 53">
              <a:extLst>
                <a:ext uri="{FF2B5EF4-FFF2-40B4-BE49-F238E27FC236}">
                  <a16:creationId xmlns:a16="http://schemas.microsoft.com/office/drawing/2014/main" id="{CD5B1715-38EA-C994-5AAB-F58DF1F07675}"/>
                </a:ext>
              </a:extLst>
            </p:cNvPr>
            <p:cNvSpPr/>
            <p:nvPr/>
          </p:nvSpPr>
          <p:spPr>
            <a:xfrm>
              <a:off x="9665501" y="3534920"/>
              <a:ext cx="1458347" cy="240135"/>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6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Resource Manager</a:t>
              </a:r>
            </a:p>
          </p:txBody>
        </p:sp>
        <p:sp>
          <p:nvSpPr>
            <p:cNvPr id="55" name="Rectangle: Rounded Corners 54">
              <a:extLst>
                <a:ext uri="{FF2B5EF4-FFF2-40B4-BE49-F238E27FC236}">
                  <a16:creationId xmlns:a16="http://schemas.microsoft.com/office/drawing/2014/main" id="{F3AF620C-E0B5-F83C-CFB3-3515B40F842B}"/>
                </a:ext>
              </a:extLst>
            </p:cNvPr>
            <p:cNvSpPr/>
            <p:nvPr/>
          </p:nvSpPr>
          <p:spPr>
            <a:xfrm>
              <a:off x="5213804" y="1501666"/>
              <a:ext cx="1415454"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GDI/GDI+ Rendering</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56" name="Rectangle: Rounded Corners 55">
              <a:extLst>
                <a:ext uri="{FF2B5EF4-FFF2-40B4-BE49-F238E27FC236}">
                  <a16:creationId xmlns:a16="http://schemas.microsoft.com/office/drawing/2014/main" id="{DB3FB920-384F-20C9-71C1-75738DA095D2}"/>
                </a:ext>
              </a:extLst>
            </p:cNvPr>
            <p:cNvSpPr/>
            <p:nvPr/>
          </p:nvSpPr>
          <p:spPr>
            <a:xfrm>
              <a:off x="8672390" y="2781851"/>
              <a:ext cx="859327"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Threads</a:t>
              </a:r>
            </a:p>
          </p:txBody>
        </p:sp>
        <p:sp>
          <p:nvSpPr>
            <p:cNvPr id="57" name="Rectangle 56">
              <a:extLst>
                <a:ext uri="{FF2B5EF4-FFF2-40B4-BE49-F238E27FC236}">
                  <a16:creationId xmlns:a16="http://schemas.microsoft.com/office/drawing/2014/main" id="{5DEDB718-D00D-E331-E640-DFE2602FA1C5}"/>
                </a:ext>
              </a:extLst>
            </p:cNvPr>
            <p:cNvSpPr/>
            <p:nvPr/>
          </p:nvSpPr>
          <p:spPr>
            <a:xfrm>
              <a:off x="4898606" y="4262393"/>
              <a:ext cx="6901270" cy="1141798"/>
            </a:xfrm>
            <a:prstGeom prst="rect">
              <a:avLst/>
            </a:prstGeom>
            <a:noFill/>
            <a:ln w="19050" cap="flat" cmpd="sng" algn="ctr">
              <a:solidFill>
                <a:srgbClr val="A5A5A5"/>
              </a:solidFill>
              <a:prstDash val="sys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8" name="Rectangle: Rounded Corners 57">
              <a:extLst>
                <a:ext uri="{FF2B5EF4-FFF2-40B4-BE49-F238E27FC236}">
                  <a16:creationId xmlns:a16="http://schemas.microsoft.com/office/drawing/2014/main" id="{F927843A-6B63-5717-208D-D31C31B427BA}"/>
                </a:ext>
              </a:extLst>
            </p:cNvPr>
            <p:cNvSpPr/>
            <p:nvPr/>
          </p:nvSpPr>
          <p:spPr>
            <a:xfrm>
              <a:off x="5510807" y="4433446"/>
              <a:ext cx="5823238"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dirty="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Existing Backend Modules</a:t>
              </a:r>
            </a:p>
          </p:txBody>
        </p:sp>
        <p:sp>
          <p:nvSpPr>
            <p:cNvPr id="59" name="Rectangle: Rounded Corners 58">
              <a:extLst>
                <a:ext uri="{FF2B5EF4-FFF2-40B4-BE49-F238E27FC236}">
                  <a16:creationId xmlns:a16="http://schemas.microsoft.com/office/drawing/2014/main" id="{A40C2CF6-AFB5-EEE0-B7E9-F18CF7C15EDC}"/>
                </a:ext>
              </a:extLst>
            </p:cNvPr>
            <p:cNvSpPr/>
            <p:nvPr/>
          </p:nvSpPr>
          <p:spPr>
            <a:xfrm>
              <a:off x="6169644" y="4835226"/>
              <a:ext cx="1754919"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m</a:t>
              </a: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se</a:t>
              </a: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cli.exe</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60" name="Rectangle: Rounded Corners 59">
              <a:extLst>
                <a:ext uri="{FF2B5EF4-FFF2-40B4-BE49-F238E27FC236}">
                  <a16:creationId xmlns:a16="http://schemas.microsoft.com/office/drawing/2014/main" id="{83272176-ABE1-79CF-6070-693603034BF4}"/>
                </a:ext>
              </a:extLst>
            </p:cNvPr>
            <p:cNvSpPr/>
            <p:nvPr/>
          </p:nvSpPr>
          <p:spPr>
            <a:xfrm>
              <a:off x="8793265" y="4837670"/>
              <a:ext cx="1987879"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lang="en-US" sz="1100" kern="0">
                  <a:solidFill>
                    <a:sysClr val="window" lastClr="FFFFFF"/>
                  </a:solidFill>
                  <a:latin typeface="Calibri" panose="020F0502020204030204"/>
                  <a:ea typeface="Calibri" panose="020F0502020204030204" pitchFamily="34" charset="0"/>
                  <a:cs typeface="Times New Roman" panose="02020603050405020304" pitchFamily="18" charset="0"/>
                </a:rPr>
                <a:t>mse-api.dll</a:t>
              </a:r>
              <a:endPar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63" name="Rectangle: Rounded Corners 62">
              <a:extLst>
                <a:ext uri="{FF2B5EF4-FFF2-40B4-BE49-F238E27FC236}">
                  <a16:creationId xmlns:a16="http://schemas.microsoft.com/office/drawing/2014/main" id="{0EE38217-92E8-2EBE-E1F5-42507AFDE203}"/>
                </a:ext>
              </a:extLst>
            </p:cNvPr>
            <p:cNvSpPr/>
            <p:nvPr/>
          </p:nvSpPr>
          <p:spPr>
            <a:xfrm>
              <a:off x="9816568" y="2781851"/>
              <a:ext cx="1014830" cy="255627"/>
            </a:xfrm>
            <a:prstGeom prst="roundRect">
              <a:avLst/>
            </a:prstGeom>
            <a:solidFill>
              <a:srgbClr val="44546A"/>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5000"/>
                </a:lnSpc>
                <a:spcBef>
                  <a:spcPts val="0"/>
                </a:spcBef>
                <a:spcAft>
                  <a:spcPts val="800"/>
                </a:spcAft>
                <a:buClrTx/>
                <a:buSzTx/>
                <a:buFontTx/>
                <a:buNone/>
                <a:tabLst/>
                <a:defRPr/>
              </a:pPr>
              <a:r>
                <a:rPr kumimoji="0" lang="en-US" sz="1100" b="0" i="0" u="none" strike="noStrike" kern="0" cap="none" spc="0" normalizeH="0" baseline="0" noProof="0">
                  <a:ln>
                    <a:noFill/>
                  </a:ln>
                  <a:solidFill>
                    <a:sysClr val="window" lastClr="FFFFFF"/>
                  </a:solidFill>
                  <a:effectLst/>
                  <a:uLnTx/>
                  <a:uFillTx/>
                  <a:latin typeface="Calibri" panose="020F0502020204030204"/>
                  <a:ea typeface="Calibri" panose="020F0502020204030204" pitchFamily="34" charset="0"/>
                  <a:cs typeface="Times New Roman" panose="02020603050405020304" pitchFamily="18" charset="0"/>
                </a:rPr>
                <a:t>Preconditions</a:t>
              </a:r>
            </a:p>
          </p:txBody>
        </p:sp>
      </p:grpSp>
      <p:pic>
        <p:nvPicPr>
          <p:cNvPr id="1030" name="Picture 6">
            <a:extLst>
              <a:ext uri="{FF2B5EF4-FFF2-40B4-BE49-F238E27FC236}">
                <a16:creationId xmlns:a16="http://schemas.microsoft.com/office/drawing/2014/main" id="{88845E6D-9275-3A3D-3874-5D2FD1038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7833" y="5360858"/>
            <a:ext cx="2248463" cy="11417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157C177-7CC6-9CB1-422B-7A211CB6BA8B}"/>
              </a:ext>
            </a:extLst>
          </p:cNvPr>
          <p:cNvPicPr>
            <a:picLocks noChangeAspect="1"/>
          </p:cNvPicPr>
          <p:nvPr/>
        </p:nvPicPr>
        <p:blipFill>
          <a:blip r:embed="rId4"/>
          <a:srcRect t="17963"/>
          <a:stretch>
            <a:fillRect/>
          </a:stretch>
        </p:blipFill>
        <p:spPr>
          <a:xfrm>
            <a:off x="4991591" y="5468126"/>
            <a:ext cx="2533533" cy="986979"/>
          </a:xfrm>
          <a:prstGeom prst="rect">
            <a:avLst/>
          </a:prstGeom>
        </p:spPr>
      </p:pic>
    </p:spTree>
    <p:extLst>
      <p:ext uri="{BB962C8B-B14F-4D97-AF65-F5344CB8AC3E}">
        <p14:creationId xmlns:p14="http://schemas.microsoft.com/office/powerpoint/2010/main" val="342435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D1B39-62F6-0F99-6D66-29FFA09616AF}"/>
              </a:ext>
            </a:extLst>
          </p:cNvPr>
          <p:cNvSpPr>
            <a:spLocks noGrp="1"/>
          </p:cNvSpPr>
          <p:nvPr>
            <p:ph type="title"/>
          </p:nvPr>
        </p:nvSpPr>
        <p:spPr>
          <a:xfrm>
            <a:off x="301346" y="219455"/>
            <a:ext cx="11219688" cy="530352"/>
          </a:xfrm>
        </p:spPr>
        <p:txBody>
          <a:bodyPr/>
          <a:lstStyle/>
          <a:p>
            <a:pPr marL="457200" indent="-457200">
              <a:buFont typeface="Wingdings" panose="05000000000000000000" pitchFamily="2" charset="2"/>
              <a:buChar char="ü"/>
            </a:pPr>
            <a:r>
              <a:rPr lang="en-US" dirty="0">
                <a:solidFill>
                  <a:srgbClr val="00891C"/>
                </a:solidFill>
              </a:rPr>
              <a:t>Ensured Same GUI</a:t>
            </a:r>
          </a:p>
        </p:txBody>
      </p:sp>
      <p:pic>
        <p:nvPicPr>
          <p:cNvPr id="20" name="Picture 19">
            <a:extLst>
              <a:ext uri="{FF2B5EF4-FFF2-40B4-BE49-F238E27FC236}">
                <a16:creationId xmlns:a16="http://schemas.microsoft.com/office/drawing/2014/main" id="{074F1174-083D-D5BA-0175-2958D90E5FDD}"/>
              </a:ext>
            </a:extLst>
          </p:cNvPr>
          <p:cNvPicPr>
            <a:picLocks noChangeAspect="1"/>
          </p:cNvPicPr>
          <p:nvPr/>
        </p:nvPicPr>
        <p:blipFill>
          <a:blip r:embed="rId3"/>
          <a:stretch>
            <a:fillRect/>
          </a:stretch>
        </p:blipFill>
        <p:spPr>
          <a:xfrm>
            <a:off x="416180" y="4133652"/>
            <a:ext cx="3579259" cy="2239716"/>
          </a:xfrm>
          <a:prstGeom prst="rect">
            <a:avLst/>
          </a:prstGeom>
        </p:spPr>
      </p:pic>
      <p:pic>
        <p:nvPicPr>
          <p:cNvPr id="22" name="Picture 21">
            <a:extLst>
              <a:ext uri="{FF2B5EF4-FFF2-40B4-BE49-F238E27FC236}">
                <a16:creationId xmlns:a16="http://schemas.microsoft.com/office/drawing/2014/main" id="{E2B8F154-3405-FD29-27A4-20977E803DAA}"/>
              </a:ext>
            </a:extLst>
          </p:cNvPr>
          <p:cNvPicPr>
            <a:picLocks noChangeAspect="1"/>
          </p:cNvPicPr>
          <p:nvPr/>
        </p:nvPicPr>
        <p:blipFill>
          <a:blip r:embed="rId4"/>
          <a:stretch>
            <a:fillRect/>
          </a:stretch>
        </p:blipFill>
        <p:spPr>
          <a:xfrm>
            <a:off x="4391646" y="4133653"/>
            <a:ext cx="3583545" cy="2239716"/>
          </a:xfrm>
          <a:prstGeom prst="rect">
            <a:avLst/>
          </a:prstGeom>
        </p:spPr>
      </p:pic>
      <p:pic>
        <p:nvPicPr>
          <p:cNvPr id="24" name="Picture 23">
            <a:extLst>
              <a:ext uri="{FF2B5EF4-FFF2-40B4-BE49-F238E27FC236}">
                <a16:creationId xmlns:a16="http://schemas.microsoft.com/office/drawing/2014/main" id="{B754AF5E-2F3E-C964-353A-65779731E85F}"/>
              </a:ext>
            </a:extLst>
          </p:cNvPr>
          <p:cNvPicPr>
            <a:picLocks noChangeAspect="1"/>
          </p:cNvPicPr>
          <p:nvPr/>
        </p:nvPicPr>
        <p:blipFill>
          <a:blip r:embed="rId5"/>
          <a:stretch>
            <a:fillRect/>
          </a:stretch>
        </p:blipFill>
        <p:spPr>
          <a:xfrm>
            <a:off x="8371398" y="4133652"/>
            <a:ext cx="3562215" cy="2239716"/>
          </a:xfrm>
          <a:prstGeom prst="rect">
            <a:avLst/>
          </a:prstGeom>
        </p:spPr>
      </p:pic>
      <p:sp>
        <p:nvSpPr>
          <p:cNvPr id="25" name="Content Placeholder 3">
            <a:extLst>
              <a:ext uri="{FF2B5EF4-FFF2-40B4-BE49-F238E27FC236}">
                <a16:creationId xmlns:a16="http://schemas.microsoft.com/office/drawing/2014/main" id="{EDD7FFEC-F8E4-DB15-13AC-23F7B5A2C644}"/>
              </a:ext>
            </a:extLst>
          </p:cNvPr>
          <p:cNvSpPr txBox="1">
            <a:spLocks/>
          </p:cNvSpPr>
          <p:nvPr/>
        </p:nvSpPr>
        <p:spPr>
          <a:xfrm>
            <a:off x="416180" y="3670644"/>
            <a:ext cx="6965695" cy="484189"/>
          </a:xfrm>
          <a:prstGeom prst="rect">
            <a:avLst/>
          </a:prstGeom>
        </p:spPr>
        <p:txBody>
          <a:bodyPr lIns="0"/>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spcBef>
                <a:spcPts val="0"/>
              </a:spcBef>
              <a:buNone/>
              <a:defRPr/>
            </a:pPr>
            <a:r>
              <a:rPr kumimoji="0" lang="en-US" sz="2400" b="1" i="0" u="none" strike="noStrike" kern="1200" cap="none" normalizeH="0" baseline="0" noProof="0" dirty="0">
                <a:ln>
                  <a:noFill/>
                </a:ln>
                <a:effectLst/>
                <a:uLnTx/>
                <a:uFillTx/>
                <a:latin typeface="Arial"/>
                <a:ea typeface="+mn-ea"/>
                <a:cs typeface="+mn-cs"/>
              </a:rPr>
              <a:t>QT Framework based </a:t>
            </a:r>
            <a:r>
              <a:rPr lang="en-US" sz="2400" dirty="0"/>
              <a:t>(Old Implementation)</a:t>
            </a:r>
            <a:endParaRPr lang="en-US" sz="2400" dirty="0">
              <a:cs typeface="Arial"/>
            </a:endParaRPr>
          </a:p>
          <a:p>
            <a:pPr marL="0" marR="0" lvl="0" indent="0" defTabSz="914400" rtl="0" eaLnBrk="1" fontAlgn="auto" latinLnBrk="0" hangingPunct="1">
              <a:lnSpc>
                <a:spcPct val="85000"/>
              </a:lnSpc>
              <a:spcBef>
                <a:spcPts val="0"/>
              </a:spcBef>
              <a:spcAft>
                <a:spcPts val="0"/>
              </a:spcAft>
              <a:buClrTx/>
              <a:buSzTx/>
              <a:buFontTx/>
              <a:buNone/>
              <a:tabLst/>
              <a:defRPr/>
            </a:pPr>
            <a:endParaRPr lang="en-US" sz="2400" dirty="0">
              <a:cs typeface="Arial"/>
            </a:endParaRPr>
          </a:p>
        </p:txBody>
      </p:sp>
      <p:sp>
        <p:nvSpPr>
          <p:cNvPr id="26" name="Content Placeholder 4">
            <a:extLst>
              <a:ext uri="{FF2B5EF4-FFF2-40B4-BE49-F238E27FC236}">
                <a16:creationId xmlns:a16="http://schemas.microsoft.com/office/drawing/2014/main" id="{DC45295C-72EE-9FA6-3870-DB2BF18B7A23}"/>
              </a:ext>
            </a:extLst>
          </p:cNvPr>
          <p:cNvSpPr txBox="1">
            <a:spLocks/>
          </p:cNvSpPr>
          <p:nvPr/>
        </p:nvSpPr>
        <p:spPr>
          <a:xfrm>
            <a:off x="416180" y="915013"/>
            <a:ext cx="6018885" cy="484189"/>
          </a:xfrm>
          <a:prstGeom prst="rect">
            <a:avLst/>
          </a:prstGeom>
        </p:spPr>
        <p:txBody>
          <a:bodyPr lIns="0"/>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lang="en-US" sz="2400" b="1" dirty="0">
                <a:latin typeface="Arial"/>
              </a:rPr>
              <a:t>Win32 GDI+ </a:t>
            </a:r>
            <a:r>
              <a:rPr lang="en-US" sz="2400" dirty="0">
                <a:latin typeface="Arial"/>
              </a:rPr>
              <a:t>(New Implementation)</a:t>
            </a:r>
            <a:endParaRPr lang="en-US" sz="2400" dirty="0">
              <a:cs typeface="Arial"/>
            </a:endParaRPr>
          </a:p>
        </p:txBody>
      </p:sp>
      <p:pic>
        <p:nvPicPr>
          <p:cNvPr id="5" name="Picture 4">
            <a:extLst>
              <a:ext uri="{FF2B5EF4-FFF2-40B4-BE49-F238E27FC236}">
                <a16:creationId xmlns:a16="http://schemas.microsoft.com/office/drawing/2014/main" id="{56CB4680-218A-D6F1-C830-D63DD241E2F4}"/>
              </a:ext>
            </a:extLst>
          </p:cNvPr>
          <p:cNvPicPr>
            <a:picLocks noChangeAspect="1"/>
          </p:cNvPicPr>
          <p:nvPr/>
        </p:nvPicPr>
        <p:blipFill>
          <a:blip r:embed="rId6"/>
          <a:stretch>
            <a:fillRect/>
          </a:stretch>
        </p:blipFill>
        <p:spPr>
          <a:xfrm>
            <a:off x="416180" y="1376284"/>
            <a:ext cx="3612969" cy="2267907"/>
          </a:xfrm>
          <a:prstGeom prst="rect">
            <a:avLst/>
          </a:prstGeom>
        </p:spPr>
      </p:pic>
      <p:pic>
        <p:nvPicPr>
          <p:cNvPr id="7" name="Picture 6">
            <a:extLst>
              <a:ext uri="{FF2B5EF4-FFF2-40B4-BE49-F238E27FC236}">
                <a16:creationId xmlns:a16="http://schemas.microsoft.com/office/drawing/2014/main" id="{00765A2A-E78C-9A07-4148-35C19461B11C}"/>
              </a:ext>
            </a:extLst>
          </p:cNvPr>
          <p:cNvPicPr>
            <a:picLocks noChangeAspect="1"/>
          </p:cNvPicPr>
          <p:nvPr/>
        </p:nvPicPr>
        <p:blipFill>
          <a:blip r:embed="rId7"/>
          <a:stretch>
            <a:fillRect/>
          </a:stretch>
        </p:blipFill>
        <p:spPr>
          <a:xfrm>
            <a:off x="4391646" y="1376284"/>
            <a:ext cx="3612969" cy="2266784"/>
          </a:xfrm>
          <a:prstGeom prst="rect">
            <a:avLst/>
          </a:prstGeom>
        </p:spPr>
      </p:pic>
      <p:pic>
        <p:nvPicPr>
          <p:cNvPr id="9" name="Picture 8">
            <a:extLst>
              <a:ext uri="{FF2B5EF4-FFF2-40B4-BE49-F238E27FC236}">
                <a16:creationId xmlns:a16="http://schemas.microsoft.com/office/drawing/2014/main" id="{3BDCE855-0E3C-891B-78CC-E9EB9A17FC83}"/>
              </a:ext>
            </a:extLst>
          </p:cNvPr>
          <p:cNvPicPr>
            <a:picLocks noChangeAspect="1"/>
          </p:cNvPicPr>
          <p:nvPr/>
        </p:nvPicPr>
        <p:blipFill>
          <a:blip r:embed="rId5"/>
          <a:stretch>
            <a:fillRect/>
          </a:stretch>
        </p:blipFill>
        <p:spPr>
          <a:xfrm>
            <a:off x="8374817" y="1389818"/>
            <a:ext cx="3558796" cy="2266783"/>
          </a:xfrm>
          <a:prstGeom prst="rect">
            <a:avLst/>
          </a:prstGeom>
        </p:spPr>
      </p:pic>
    </p:spTree>
    <p:extLst>
      <p:ext uri="{BB962C8B-B14F-4D97-AF65-F5344CB8AC3E}">
        <p14:creationId xmlns:p14="http://schemas.microsoft.com/office/powerpoint/2010/main" val="2213221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A0266D4-5FFF-FF38-F640-7A11DA3E8B9E}"/>
              </a:ext>
            </a:extLst>
          </p:cNvPr>
          <p:cNvSpPr/>
          <p:nvPr/>
        </p:nvSpPr>
        <p:spPr>
          <a:xfrm>
            <a:off x="992628" y="5029531"/>
            <a:ext cx="9972005" cy="648100"/>
          </a:xfrm>
          <a:prstGeom prst="rect">
            <a:avLst/>
          </a:prstGeom>
          <a:solidFill>
            <a:srgbClr val="262626"/>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6" name="Rectangle 5">
            <a:extLst>
              <a:ext uri="{FF2B5EF4-FFF2-40B4-BE49-F238E27FC236}">
                <a16:creationId xmlns:a16="http://schemas.microsoft.com/office/drawing/2014/main" id="{83582BE2-75B9-5DD7-9284-73E96B5474B1}"/>
              </a:ext>
            </a:extLst>
          </p:cNvPr>
          <p:cNvSpPr/>
          <p:nvPr/>
        </p:nvSpPr>
        <p:spPr>
          <a:xfrm>
            <a:off x="4277281" y="950662"/>
            <a:ext cx="3571149" cy="3272040"/>
          </a:xfrm>
          <a:prstGeom prst="rect">
            <a:avLst/>
          </a:prstGeom>
          <a:solidFill>
            <a:srgbClr val="262626"/>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5" name="Rectangle 4">
            <a:extLst>
              <a:ext uri="{FF2B5EF4-FFF2-40B4-BE49-F238E27FC236}">
                <a16:creationId xmlns:a16="http://schemas.microsoft.com/office/drawing/2014/main" id="{29171F2E-5896-7A2D-C047-CACF30FDFA79}"/>
              </a:ext>
            </a:extLst>
          </p:cNvPr>
          <p:cNvSpPr/>
          <p:nvPr/>
        </p:nvSpPr>
        <p:spPr>
          <a:xfrm>
            <a:off x="553013" y="950663"/>
            <a:ext cx="3409594" cy="3272040"/>
          </a:xfrm>
          <a:prstGeom prst="rect">
            <a:avLst/>
          </a:prstGeom>
          <a:solidFill>
            <a:srgbClr val="262626"/>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2" name="Title 1">
            <a:extLst>
              <a:ext uri="{FF2B5EF4-FFF2-40B4-BE49-F238E27FC236}">
                <a16:creationId xmlns:a16="http://schemas.microsoft.com/office/drawing/2014/main" id="{DDAAB68A-6BBD-75C5-7533-1046170177D9}"/>
              </a:ext>
            </a:extLst>
          </p:cNvPr>
          <p:cNvSpPr>
            <a:spLocks noGrp="1"/>
          </p:cNvSpPr>
          <p:nvPr>
            <p:ph type="title"/>
          </p:nvPr>
        </p:nvSpPr>
        <p:spPr>
          <a:xfrm>
            <a:off x="6539007" y="4403554"/>
            <a:ext cx="5322471" cy="386787"/>
          </a:xfrm>
        </p:spPr>
        <p:txBody>
          <a:bodyPr/>
          <a:lstStyle/>
          <a:p>
            <a:pPr marL="457200" indent="-457200">
              <a:buFont typeface="Wingdings" panose="05000000000000000000" pitchFamily="2" charset="2"/>
              <a:buChar char="ü"/>
            </a:pPr>
            <a:r>
              <a:rPr lang="en-US" sz="2400" dirty="0">
                <a:solidFill>
                  <a:srgbClr val="00891C"/>
                </a:solidFill>
              </a:rPr>
              <a:t>~57% Tool size reduced</a:t>
            </a:r>
          </a:p>
        </p:txBody>
      </p:sp>
      <p:sp>
        <p:nvSpPr>
          <p:cNvPr id="8" name="Content Placeholder 3">
            <a:extLst>
              <a:ext uri="{FF2B5EF4-FFF2-40B4-BE49-F238E27FC236}">
                <a16:creationId xmlns:a16="http://schemas.microsoft.com/office/drawing/2014/main" id="{5011949B-B968-F7E0-B5C4-A6300B0EEC48}"/>
              </a:ext>
            </a:extLst>
          </p:cNvPr>
          <p:cNvSpPr txBox="1">
            <a:spLocks/>
          </p:cNvSpPr>
          <p:nvPr/>
        </p:nvSpPr>
        <p:spPr>
          <a:xfrm>
            <a:off x="656858" y="1150230"/>
            <a:ext cx="3438901" cy="376161"/>
          </a:xfrm>
          <a:prstGeom prst="rect">
            <a:avLst/>
          </a:prstGeom>
        </p:spPr>
        <p:txBody>
          <a:bodyPr lIns="0"/>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b="1" i="0" u="none" strike="noStrike" kern="1200" cap="none" normalizeH="0" baseline="0" noProof="0" dirty="0">
                <a:ln>
                  <a:noFill/>
                </a:ln>
                <a:solidFill>
                  <a:srgbClr val="EC0B00"/>
                </a:solidFill>
                <a:effectLst/>
                <a:uLnTx/>
                <a:uFillTx/>
                <a:latin typeface="Arial"/>
                <a:ea typeface="+mn-ea"/>
                <a:cs typeface="+mn-cs"/>
              </a:rPr>
              <a:t>QT Framework</a:t>
            </a:r>
            <a:endParaRPr lang="en-US" dirty="0">
              <a:solidFill>
                <a:srgbClr val="EC0B00"/>
              </a:solidFill>
              <a:cs typeface="Arial"/>
            </a:endParaRPr>
          </a:p>
        </p:txBody>
      </p:sp>
      <p:sp>
        <p:nvSpPr>
          <p:cNvPr id="9" name="Content Placeholder 4">
            <a:extLst>
              <a:ext uri="{FF2B5EF4-FFF2-40B4-BE49-F238E27FC236}">
                <a16:creationId xmlns:a16="http://schemas.microsoft.com/office/drawing/2014/main" id="{F53DAD66-F6D2-AECD-EEA1-F5AB17965BA9}"/>
              </a:ext>
            </a:extLst>
          </p:cNvPr>
          <p:cNvSpPr txBox="1">
            <a:spLocks/>
          </p:cNvSpPr>
          <p:nvPr/>
        </p:nvSpPr>
        <p:spPr>
          <a:xfrm>
            <a:off x="4398309" y="1150230"/>
            <a:ext cx="3580918" cy="351196"/>
          </a:xfrm>
          <a:prstGeom prst="rect">
            <a:avLst/>
          </a:prstGeom>
        </p:spPr>
        <p:txBody>
          <a:bodyPr lIns="0"/>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lang="en-US" b="1" dirty="0">
                <a:solidFill>
                  <a:schemeClr val="accent5">
                    <a:lumMod val="50000"/>
                  </a:schemeClr>
                </a:solidFill>
                <a:cs typeface="Arial"/>
              </a:rPr>
              <a:t>Tauri Framework</a:t>
            </a:r>
          </a:p>
        </p:txBody>
      </p:sp>
      <p:pic>
        <p:nvPicPr>
          <p:cNvPr id="3" name="Picture 2">
            <a:extLst>
              <a:ext uri="{FF2B5EF4-FFF2-40B4-BE49-F238E27FC236}">
                <a16:creationId xmlns:a16="http://schemas.microsoft.com/office/drawing/2014/main" id="{3219FEA0-610D-0AE5-3DED-B4C0C348CBC4}"/>
              </a:ext>
            </a:extLst>
          </p:cNvPr>
          <p:cNvPicPr>
            <a:picLocks noChangeAspect="1"/>
          </p:cNvPicPr>
          <p:nvPr/>
        </p:nvPicPr>
        <p:blipFill>
          <a:blip r:embed="rId2"/>
          <a:srcRect l="117" t="68" r="-578" b="19489"/>
          <a:stretch>
            <a:fillRect/>
          </a:stretch>
        </p:blipFill>
        <p:spPr>
          <a:xfrm>
            <a:off x="542872" y="1631977"/>
            <a:ext cx="2448159" cy="2456508"/>
          </a:xfrm>
          <a:prstGeom prst="rect">
            <a:avLst/>
          </a:prstGeom>
        </p:spPr>
      </p:pic>
      <p:pic>
        <p:nvPicPr>
          <p:cNvPr id="4" name="Picture 3">
            <a:extLst>
              <a:ext uri="{FF2B5EF4-FFF2-40B4-BE49-F238E27FC236}">
                <a16:creationId xmlns:a16="http://schemas.microsoft.com/office/drawing/2014/main" id="{3724F88C-1244-6687-147D-C225E2DE351D}"/>
              </a:ext>
            </a:extLst>
          </p:cNvPr>
          <p:cNvPicPr>
            <a:picLocks noChangeAspect="1"/>
          </p:cNvPicPr>
          <p:nvPr/>
        </p:nvPicPr>
        <p:blipFill>
          <a:blip r:embed="rId3"/>
          <a:srcRect l="-636" t="-69" r="-1424" b="19128"/>
          <a:stretch>
            <a:fillRect/>
          </a:stretch>
        </p:blipFill>
        <p:spPr>
          <a:xfrm>
            <a:off x="1746286" y="1630158"/>
            <a:ext cx="2219834" cy="2471721"/>
          </a:xfrm>
          <a:prstGeom prst="rect">
            <a:avLst/>
          </a:prstGeom>
        </p:spPr>
      </p:pic>
      <p:pic>
        <p:nvPicPr>
          <p:cNvPr id="16" name="Picture 15">
            <a:extLst>
              <a:ext uri="{FF2B5EF4-FFF2-40B4-BE49-F238E27FC236}">
                <a16:creationId xmlns:a16="http://schemas.microsoft.com/office/drawing/2014/main" id="{2B1E35E1-F5FB-0F53-3459-671C86A4A930}"/>
              </a:ext>
            </a:extLst>
          </p:cNvPr>
          <p:cNvPicPr>
            <a:picLocks noChangeAspect="1"/>
          </p:cNvPicPr>
          <p:nvPr/>
        </p:nvPicPr>
        <p:blipFill>
          <a:blip r:embed="rId4"/>
          <a:srcRect l="680" t="303" r="-900" b="19636"/>
          <a:stretch>
            <a:fillRect/>
          </a:stretch>
        </p:blipFill>
        <p:spPr>
          <a:xfrm>
            <a:off x="4275226" y="1628666"/>
            <a:ext cx="2457344" cy="2462198"/>
          </a:xfrm>
          <a:prstGeom prst="rect">
            <a:avLst/>
          </a:prstGeom>
        </p:spPr>
      </p:pic>
      <p:pic>
        <p:nvPicPr>
          <p:cNvPr id="17" name="Picture 16">
            <a:extLst>
              <a:ext uri="{FF2B5EF4-FFF2-40B4-BE49-F238E27FC236}">
                <a16:creationId xmlns:a16="http://schemas.microsoft.com/office/drawing/2014/main" id="{2B09E86A-542A-0F28-C670-C1D0741B01D1}"/>
              </a:ext>
            </a:extLst>
          </p:cNvPr>
          <p:cNvPicPr>
            <a:picLocks noChangeAspect="1"/>
          </p:cNvPicPr>
          <p:nvPr/>
        </p:nvPicPr>
        <p:blipFill>
          <a:blip r:embed="rId5"/>
          <a:srcRect t="280" r="-593" b="19103"/>
          <a:stretch>
            <a:fillRect/>
          </a:stretch>
        </p:blipFill>
        <p:spPr>
          <a:xfrm>
            <a:off x="5641421" y="1627542"/>
            <a:ext cx="2196551" cy="2479500"/>
          </a:xfrm>
          <a:prstGeom prst="rect">
            <a:avLst/>
          </a:prstGeom>
        </p:spPr>
      </p:pic>
      <mc:AlternateContent xmlns:mc="http://schemas.openxmlformats.org/markup-compatibility/2006" xmlns:p14="http://schemas.microsoft.com/office/powerpoint/2010/main">
        <mc:Choice Requires="p14">
          <p:contentPart p14:bwMode="auto" r:id="rId6">
            <p14:nvContentPartPr>
              <p14:cNvPr id="39" name="Ink 38">
                <a:extLst>
                  <a:ext uri="{FF2B5EF4-FFF2-40B4-BE49-F238E27FC236}">
                    <a16:creationId xmlns:a16="http://schemas.microsoft.com/office/drawing/2014/main" id="{C2D5FBB6-CE2A-DE7D-E6FA-0069CEB5D994}"/>
                  </a:ext>
                </a:extLst>
              </p14:cNvPr>
              <p14:cNvContentPartPr/>
              <p14:nvPr/>
            </p14:nvContentPartPr>
            <p14:xfrm>
              <a:off x="9676852" y="3534381"/>
              <a:ext cx="45719" cy="45719"/>
            </p14:xfrm>
          </p:contentPart>
        </mc:Choice>
        <mc:Fallback xmlns="">
          <p:pic>
            <p:nvPicPr>
              <p:cNvPr id="39" name="Ink 38">
                <a:extLst>
                  <a:ext uri="{FF2B5EF4-FFF2-40B4-BE49-F238E27FC236}">
                    <a16:creationId xmlns:a16="http://schemas.microsoft.com/office/drawing/2014/main" id="{C2D5FBB6-CE2A-DE7D-E6FA-0069CEB5D994}"/>
                  </a:ext>
                </a:extLst>
              </p:cNvPr>
              <p:cNvPicPr/>
              <p:nvPr/>
            </p:nvPicPr>
            <p:blipFill>
              <a:blip r:embed="rId7"/>
              <a:stretch>
                <a:fillRect/>
              </a:stretch>
            </p:blipFill>
            <p:spPr>
              <a:xfrm>
                <a:off x="2819002" y="-10181319"/>
                <a:ext cx="13715700" cy="27431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0" name="Ink 39">
                <a:extLst>
                  <a:ext uri="{FF2B5EF4-FFF2-40B4-BE49-F238E27FC236}">
                    <a16:creationId xmlns:a16="http://schemas.microsoft.com/office/drawing/2014/main" id="{B98BF414-9E20-0D58-FB16-AED5644ADF60}"/>
                  </a:ext>
                </a:extLst>
              </p14:cNvPr>
              <p14:cNvContentPartPr/>
              <p14:nvPr/>
            </p14:nvContentPartPr>
            <p14:xfrm>
              <a:off x="9767932" y="3534381"/>
              <a:ext cx="45719" cy="45719"/>
            </p14:xfrm>
          </p:contentPart>
        </mc:Choice>
        <mc:Fallback xmlns="">
          <p:pic>
            <p:nvPicPr>
              <p:cNvPr id="40" name="Ink 39">
                <a:extLst>
                  <a:ext uri="{FF2B5EF4-FFF2-40B4-BE49-F238E27FC236}">
                    <a16:creationId xmlns:a16="http://schemas.microsoft.com/office/drawing/2014/main" id="{B98BF414-9E20-0D58-FB16-AED5644ADF60}"/>
                  </a:ext>
                </a:extLst>
              </p:cNvPr>
              <p:cNvPicPr/>
              <p:nvPr/>
            </p:nvPicPr>
            <p:blipFill>
              <a:blip r:embed="rId7"/>
              <a:stretch>
                <a:fillRect/>
              </a:stretch>
            </p:blipFill>
            <p:spPr>
              <a:xfrm>
                <a:off x="2910082" y="-10181319"/>
                <a:ext cx="13715700" cy="27431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1" name="Ink 40">
                <a:extLst>
                  <a:ext uri="{FF2B5EF4-FFF2-40B4-BE49-F238E27FC236}">
                    <a16:creationId xmlns:a16="http://schemas.microsoft.com/office/drawing/2014/main" id="{56E045F7-6621-882F-7D95-934DBCAE8284}"/>
                  </a:ext>
                </a:extLst>
              </p14:cNvPr>
              <p14:cNvContentPartPr/>
              <p14:nvPr/>
            </p14:nvContentPartPr>
            <p14:xfrm>
              <a:off x="9832372" y="3534381"/>
              <a:ext cx="45719" cy="45719"/>
            </p14:xfrm>
          </p:contentPart>
        </mc:Choice>
        <mc:Fallback xmlns="">
          <p:pic>
            <p:nvPicPr>
              <p:cNvPr id="41" name="Ink 40">
                <a:extLst>
                  <a:ext uri="{FF2B5EF4-FFF2-40B4-BE49-F238E27FC236}">
                    <a16:creationId xmlns:a16="http://schemas.microsoft.com/office/drawing/2014/main" id="{56E045F7-6621-882F-7D95-934DBCAE8284}"/>
                  </a:ext>
                </a:extLst>
              </p:cNvPr>
              <p:cNvPicPr/>
              <p:nvPr/>
            </p:nvPicPr>
            <p:blipFill>
              <a:blip r:embed="rId7"/>
              <a:stretch>
                <a:fillRect/>
              </a:stretch>
            </p:blipFill>
            <p:spPr>
              <a:xfrm>
                <a:off x="2974522" y="-10181319"/>
                <a:ext cx="13715700" cy="27431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2" name="Ink 41">
                <a:extLst>
                  <a:ext uri="{FF2B5EF4-FFF2-40B4-BE49-F238E27FC236}">
                    <a16:creationId xmlns:a16="http://schemas.microsoft.com/office/drawing/2014/main" id="{581DF2DB-08C4-AC15-992D-048637D36484}"/>
                  </a:ext>
                </a:extLst>
              </p14:cNvPr>
              <p14:cNvContentPartPr/>
              <p14:nvPr/>
            </p14:nvContentPartPr>
            <p14:xfrm>
              <a:off x="9685852" y="3562101"/>
              <a:ext cx="45719" cy="45719"/>
            </p14:xfrm>
          </p:contentPart>
        </mc:Choice>
        <mc:Fallback xmlns="">
          <p:pic>
            <p:nvPicPr>
              <p:cNvPr id="42" name="Ink 41">
                <a:extLst>
                  <a:ext uri="{FF2B5EF4-FFF2-40B4-BE49-F238E27FC236}">
                    <a16:creationId xmlns:a16="http://schemas.microsoft.com/office/drawing/2014/main" id="{581DF2DB-08C4-AC15-992D-048637D36484}"/>
                  </a:ext>
                </a:extLst>
              </p:cNvPr>
              <p:cNvPicPr/>
              <p:nvPr/>
            </p:nvPicPr>
            <p:blipFill>
              <a:blip r:embed="rId7"/>
              <a:stretch>
                <a:fillRect/>
              </a:stretch>
            </p:blipFill>
            <p:spPr>
              <a:xfrm>
                <a:off x="2828002" y="-10153599"/>
                <a:ext cx="13715700" cy="27431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3" name="Ink 42">
                <a:extLst>
                  <a:ext uri="{FF2B5EF4-FFF2-40B4-BE49-F238E27FC236}">
                    <a16:creationId xmlns:a16="http://schemas.microsoft.com/office/drawing/2014/main" id="{218B9897-CDD4-2B33-0068-97FADEEA3155}"/>
                  </a:ext>
                </a:extLst>
              </p14:cNvPr>
              <p14:cNvContentPartPr/>
              <p14:nvPr/>
            </p14:nvContentPartPr>
            <p14:xfrm>
              <a:off x="9767932" y="3562101"/>
              <a:ext cx="45719" cy="45719"/>
            </p14:xfrm>
          </p:contentPart>
        </mc:Choice>
        <mc:Fallback xmlns="">
          <p:pic>
            <p:nvPicPr>
              <p:cNvPr id="43" name="Ink 42">
                <a:extLst>
                  <a:ext uri="{FF2B5EF4-FFF2-40B4-BE49-F238E27FC236}">
                    <a16:creationId xmlns:a16="http://schemas.microsoft.com/office/drawing/2014/main" id="{218B9897-CDD4-2B33-0068-97FADEEA3155}"/>
                  </a:ext>
                </a:extLst>
              </p:cNvPr>
              <p:cNvPicPr/>
              <p:nvPr/>
            </p:nvPicPr>
            <p:blipFill>
              <a:blip r:embed="rId7"/>
              <a:stretch>
                <a:fillRect/>
              </a:stretch>
            </p:blipFill>
            <p:spPr>
              <a:xfrm>
                <a:off x="2910082" y="-10153599"/>
                <a:ext cx="13715700" cy="27431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4" name="Ink 43">
                <a:extLst>
                  <a:ext uri="{FF2B5EF4-FFF2-40B4-BE49-F238E27FC236}">
                    <a16:creationId xmlns:a16="http://schemas.microsoft.com/office/drawing/2014/main" id="{01EB04F0-3F5F-2919-655A-10722BE88CF9}"/>
                  </a:ext>
                </a:extLst>
              </p14:cNvPr>
              <p14:cNvContentPartPr/>
              <p14:nvPr/>
            </p14:nvContentPartPr>
            <p14:xfrm>
              <a:off x="9841372" y="3562101"/>
              <a:ext cx="45719" cy="45719"/>
            </p14:xfrm>
          </p:contentPart>
        </mc:Choice>
        <mc:Fallback xmlns="">
          <p:pic>
            <p:nvPicPr>
              <p:cNvPr id="44" name="Ink 43">
                <a:extLst>
                  <a:ext uri="{FF2B5EF4-FFF2-40B4-BE49-F238E27FC236}">
                    <a16:creationId xmlns:a16="http://schemas.microsoft.com/office/drawing/2014/main" id="{01EB04F0-3F5F-2919-655A-10722BE88CF9}"/>
                  </a:ext>
                </a:extLst>
              </p:cNvPr>
              <p:cNvPicPr/>
              <p:nvPr/>
            </p:nvPicPr>
            <p:blipFill>
              <a:blip r:embed="rId7"/>
              <a:stretch>
                <a:fillRect/>
              </a:stretch>
            </p:blipFill>
            <p:spPr>
              <a:xfrm>
                <a:off x="2983522" y="-10153599"/>
                <a:ext cx="13715700" cy="27431400"/>
              </a:xfrm>
              <a:prstGeom prst="rect">
                <a:avLst/>
              </a:prstGeom>
            </p:spPr>
          </p:pic>
        </mc:Fallback>
      </mc:AlternateContent>
      <p:sp>
        <p:nvSpPr>
          <p:cNvPr id="7" name="Rectangle 6">
            <a:extLst>
              <a:ext uri="{FF2B5EF4-FFF2-40B4-BE49-F238E27FC236}">
                <a16:creationId xmlns:a16="http://schemas.microsoft.com/office/drawing/2014/main" id="{5D91691A-D354-75DD-D948-6E86BED0E729}"/>
              </a:ext>
            </a:extLst>
          </p:cNvPr>
          <p:cNvSpPr/>
          <p:nvPr/>
        </p:nvSpPr>
        <p:spPr>
          <a:xfrm>
            <a:off x="8097401" y="949599"/>
            <a:ext cx="3580918" cy="3272040"/>
          </a:xfrm>
          <a:prstGeom prst="rect">
            <a:avLst/>
          </a:prstGeom>
          <a:solidFill>
            <a:srgbClr val="262626"/>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solidFill>
                <a:schemeClr val="tx1"/>
              </a:solidFill>
            </a:endParaRPr>
          </a:p>
        </p:txBody>
      </p:sp>
      <p:sp>
        <p:nvSpPr>
          <p:cNvPr id="10" name="Content Placeholder 4">
            <a:extLst>
              <a:ext uri="{FF2B5EF4-FFF2-40B4-BE49-F238E27FC236}">
                <a16:creationId xmlns:a16="http://schemas.microsoft.com/office/drawing/2014/main" id="{61C55145-F100-43C4-5ACB-D535C1237F87}"/>
              </a:ext>
            </a:extLst>
          </p:cNvPr>
          <p:cNvSpPr txBox="1">
            <a:spLocks/>
          </p:cNvSpPr>
          <p:nvPr/>
        </p:nvSpPr>
        <p:spPr>
          <a:xfrm>
            <a:off x="8228198" y="1138370"/>
            <a:ext cx="3580918" cy="351196"/>
          </a:xfrm>
          <a:prstGeom prst="rect">
            <a:avLst/>
          </a:prstGeom>
        </p:spPr>
        <p:txBody>
          <a:bodyPr lIns="0"/>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lang="en-US" b="1" dirty="0">
                <a:solidFill>
                  <a:srgbClr val="00891C"/>
                </a:solidFill>
                <a:cs typeface="Arial"/>
              </a:rPr>
              <a:t>Win32 API</a:t>
            </a:r>
          </a:p>
        </p:txBody>
      </p:sp>
      <p:pic>
        <p:nvPicPr>
          <p:cNvPr id="12" name="Picture 11">
            <a:extLst>
              <a:ext uri="{FF2B5EF4-FFF2-40B4-BE49-F238E27FC236}">
                <a16:creationId xmlns:a16="http://schemas.microsoft.com/office/drawing/2014/main" id="{678E2C32-6B68-45F7-C896-69E3BE15532D}"/>
              </a:ext>
            </a:extLst>
          </p:cNvPr>
          <p:cNvPicPr>
            <a:picLocks noChangeAspect="1"/>
          </p:cNvPicPr>
          <p:nvPr/>
        </p:nvPicPr>
        <p:blipFill>
          <a:blip r:embed="rId13"/>
          <a:srcRect l="-219" t="-67" b="19491"/>
          <a:stretch>
            <a:fillRect/>
          </a:stretch>
        </p:blipFill>
        <p:spPr>
          <a:xfrm>
            <a:off x="8088388" y="1627812"/>
            <a:ext cx="2656371" cy="2478241"/>
          </a:xfrm>
          <a:prstGeom prst="rect">
            <a:avLst/>
          </a:prstGeom>
        </p:spPr>
      </p:pic>
      <p:pic>
        <p:nvPicPr>
          <p:cNvPr id="14" name="Picture 13">
            <a:extLst>
              <a:ext uri="{FF2B5EF4-FFF2-40B4-BE49-F238E27FC236}">
                <a16:creationId xmlns:a16="http://schemas.microsoft.com/office/drawing/2014/main" id="{2429D405-7634-A79F-1FA6-B7A646F512FF}"/>
              </a:ext>
            </a:extLst>
          </p:cNvPr>
          <p:cNvPicPr>
            <a:picLocks noChangeAspect="1"/>
          </p:cNvPicPr>
          <p:nvPr/>
        </p:nvPicPr>
        <p:blipFill>
          <a:blip r:embed="rId14"/>
          <a:srcRect t="-67" r="46" b="19528"/>
          <a:stretch>
            <a:fillRect/>
          </a:stretch>
        </p:blipFill>
        <p:spPr>
          <a:xfrm>
            <a:off x="9200243" y="1627812"/>
            <a:ext cx="2467172" cy="2472734"/>
          </a:xfrm>
          <a:prstGeom prst="rect">
            <a:avLst/>
          </a:prstGeom>
        </p:spPr>
      </p:pic>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F62A1FBE-96B8-827B-ECE7-E69D045139F9}"/>
                  </a:ext>
                </a:extLst>
              </p14:cNvPr>
              <p14:cNvContentPartPr/>
              <p14:nvPr/>
            </p14:nvContentPartPr>
            <p14:xfrm>
              <a:off x="1097356" y="2979584"/>
              <a:ext cx="360" cy="360"/>
            </p14:xfrm>
          </p:contentPart>
        </mc:Choice>
        <mc:Fallback xmlns="">
          <p:pic>
            <p:nvPicPr>
              <p:cNvPr id="15" name="Ink 14">
                <a:extLst>
                  <a:ext uri="{FF2B5EF4-FFF2-40B4-BE49-F238E27FC236}">
                    <a16:creationId xmlns:a16="http://schemas.microsoft.com/office/drawing/2014/main" id="{F62A1FBE-96B8-827B-ECE7-E69D045139F9}"/>
                  </a:ext>
                </a:extLst>
              </p:cNvPr>
              <p:cNvPicPr/>
              <p:nvPr/>
            </p:nvPicPr>
            <p:blipFill>
              <a:blip r:embed="rId16"/>
              <a:stretch>
                <a:fillRect/>
              </a:stretch>
            </p:blipFill>
            <p:spPr>
              <a:xfrm>
                <a:off x="104335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305BA6CB-8BE1-4510-9D52-A1A0956AB280}"/>
                  </a:ext>
                </a:extLst>
              </p14:cNvPr>
              <p14:cNvContentPartPr/>
              <p14:nvPr/>
            </p14:nvContentPartPr>
            <p14:xfrm>
              <a:off x="1148476" y="2979584"/>
              <a:ext cx="360" cy="360"/>
            </p14:xfrm>
          </p:contentPart>
        </mc:Choice>
        <mc:Fallback xmlns="">
          <p:pic>
            <p:nvPicPr>
              <p:cNvPr id="23" name="Ink 22">
                <a:extLst>
                  <a:ext uri="{FF2B5EF4-FFF2-40B4-BE49-F238E27FC236}">
                    <a16:creationId xmlns:a16="http://schemas.microsoft.com/office/drawing/2014/main" id="{305BA6CB-8BE1-4510-9D52-A1A0956AB280}"/>
                  </a:ext>
                </a:extLst>
              </p:cNvPr>
              <p:cNvPicPr/>
              <p:nvPr/>
            </p:nvPicPr>
            <p:blipFill>
              <a:blip r:embed="rId16"/>
              <a:stretch>
                <a:fillRect/>
              </a:stretch>
            </p:blipFill>
            <p:spPr>
              <a:xfrm>
                <a:off x="109447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41F938EF-840C-C63B-4D07-174359512A7C}"/>
                  </a:ext>
                </a:extLst>
              </p14:cNvPr>
              <p14:cNvContentPartPr/>
              <p14:nvPr/>
            </p14:nvContentPartPr>
            <p14:xfrm>
              <a:off x="1220476" y="2969144"/>
              <a:ext cx="360" cy="360"/>
            </p14:xfrm>
          </p:contentPart>
        </mc:Choice>
        <mc:Fallback xmlns="">
          <p:pic>
            <p:nvPicPr>
              <p:cNvPr id="31" name="Ink 30">
                <a:extLst>
                  <a:ext uri="{FF2B5EF4-FFF2-40B4-BE49-F238E27FC236}">
                    <a16:creationId xmlns:a16="http://schemas.microsoft.com/office/drawing/2014/main" id="{41F938EF-840C-C63B-4D07-174359512A7C}"/>
                  </a:ext>
                </a:extLst>
              </p:cNvPr>
              <p:cNvPicPr/>
              <p:nvPr/>
            </p:nvPicPr>
            <p:blipFill>
              <a:blip r:embed="rId16"/>
              <a:stretch>
                <a:fillRect/>
              </a:stretch>
            </p:blipFill>
            <p:spPr>
              <a:xfrm>
                <a:off x="1166476" y="286114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D8B51210-5047-5FEA-EE4B-D0570ECE6D44}"/>
                  </a:ext>
                </a:extLst>
              </p14:cNvPr>
              <p14:cNvContentPartPr/>
              <p14:nvPr/>
            </p14:nvContentPartPr>
            <p14:xfrm>
              <a:off x="1282036" y="2989664"/>
              <a:ext cx="360" cy="360"/>
            </p14:xfrm>
          </p:contentPart>
        </mc:Choice>
        <mc:Fallback xmlns="">
          <p:pic>
            <p:nvPicPr>
              <p:cNvPr id="32" name="Ink 31">
                <a:extLst>
                  <a:ext uri="{FF2B5EF4-FFF2-40B4-BE49-F238E27FC236}">
                    <a16:creationId xmlns:a16="http://schemas.microsoft.com/office/drawing/2014/main" id="{D8B51210-5047-5FEA-EE4B-D0570ECE6D44}"/>
                  </a:ext>
                </a:extLst>
              </p:cNvPr>
              <p:cNvPicPr/>
              <p:nvPr/>
            </p:nvPicPr>
            <p:blipFill>
              <a:blip r:embed="rId16"/>
              <a:stretch>
                <a:fillRect/>
              </a:stretch>
            </p:blipFill>
            <p:spPr>
              <a:xfrm>
                <a:off x="1228036" y="28816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B86128B0-77A6-9AF1-C700-34EC96D5AE17}"/>
                  </a:ext>
                </a:extLst>
              </p14:cNvPr>
              <p14:cNvContentPartPr/>
              <p14:nvPr/>
            </p14:nvContentPartPr>
            <p14:xfrm>
              <a:off x="4837036" y="2979584"/>
              <a:ext cx="360" cy="360"/>
            </p14:xfrm>
          </p:contentPart>
        </mc:Choice>
        <mc:Fallback xmlns="">
          <p:pic>
            <p:nvPicPr>
              <p:cNvPr id="33" name="Ink 32">
                <a:extLst>
                  <a:ext uri="{FF2B5EF4-FFF2-40B4-BE49-F238E27FC236}">
                    <a16:creationId xmlns:a16="http://schemas.microsoft.com/office/drawing/2014/main" id="{B86128B0-77A6-9AF1-C700-34EC96D5AE17}"/>
                  </a:ext>
                </a:extLst>
              </p:cNvPr>
              <p:cNvPicPr/>
              <p:nvPr/>
            </p:nvPicPr>
            <p:blipFill>
              <a:blip r:embed="rId16"/>
              <a:stretch>
                <a:fillRect/>
              </a:stretch>
            </p:blipFill>
            <p:spPr>
              <a:xfrm>
                <a:off x="478303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8119541C-6F4D-7D12-904E-91C580B66754}"/>
                  </a:ext>
                </a:extLst>
              </p14:cNvPr>
              <p14:cNvContentPartPr/>
              <p14:nvPr/>
            </p14:nvContentPartPr>
            <p14:xfrm>
              <a:off x="4898596" y="2979584"/>
              <a:ext cx="360" cy="360"/>
            </p14:xfrm>
          </p:contentPart>
        </mc:Choice>
        <mc:Fallback xmlns="">
          <p:pic>
            <p:nvPicPr>
              <p:cNvPr id="34" name="Ink 33">
                <a:extLst>
                  <a:ext uri="{FF2B5EF4-FFF2-40B4-BE49-F238E27FC236}">
                    <a16:creationId xmlns:a16="http://schemas.microsoft.com/office/drawing/2014/main" id="{8119541C-6F4D-7D12-904E-91C580B66754}"/>
                  </a:ext>
                </a:extLst>
              </p:cNvPr>
              <p:cNvPicPr/>
              <p:nvPr/>
            </p:nvPicPr>
            <p:blipFill>
              <a:blip r:embed="rId16"/>
              <a:stretch>
                <a:fillRect/>
              </a:stretch>
            </p:blipFill>
            <p:spPr>
              <a:xfrm>
                <a:off x="484459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Ink 34">
                <a:extLst>
                  <a:ext uri="{FF2B5EF4-FFF2-40B4-BE49-F238E27FC236}">
                    <a16:creationId xmlns:a16="http://schemas.microsoft.com/office/drawing/2014/main" id="{83C3AD9D-54FB-662C-4A55-80C677552583}"/>
                  </a:ext>
                </a:extLst>
              </p14:cNvPr>
              <p14:cNvContentPartPr/>
              <p14:nvPr/>
            </p14:nvContentPartPr>
            <p14:xfrm>
              <a:off x="4990756" y="2979584"/>
              <a:ext cx="360" cy="360"/>
            </p14:xfrm>
          </p:contentPart>
        </mc:Choice>
        <mc:Fallback xmlns="">
          <p:pic>
            <p:nvPicPr>
              <p:cNvPr id="35" name="Ink 34">
                <a:extLst>
                  <a:ext uri="{FF2B5EF4-FFF2-40B4-BE49-F238E27FC236}">
                    <a16:creationId xmlns:a16="http://schemas.microsoft.com/office/drawing/2014/main" id="{83C3AD9D-54FB-662C-4A55-80C677552583}"/>
                  </a:ext>
                </a:extLst>
              </p:cNvPr>
              <p:cNvPicPr/>
              <p:nvPr/>
            </p:nvPicPr>
            <p:blipFill>
              <a:blip r:embed="rId16"/>
              <a:stretch>
                <a:fillRect/>
              </a:stretch>
            </p:blipFill>
            <p:spPr>
              <a:xfrm>
                <a:off x="493675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6" name="Ink 35">
                <a:extLst>
                  <a:ext uri="{FF2B5EF4-FFF2-40B4-BE49-F238E27FC236}">
                    <a16:creationId xmlns:a16="http://schemas.microsoft.com/office/drawing/2014/main" id="{B69330BC-91AB-F42B-AF28-3E795AAB7487}"/>
                  </a:ext>
                </a:extLst>
              </p14:cNvPr>
              <p14:cNvContentPartPr/>
              <p14:nvPr/>
            </p14:nvContentPartPr>
            <p14:xfrm>
              <a:off x="5042596" y="2979584"/>
              <a:ext cx="360" cy="360"/>
            </p14:xfrm>
          </p:contentPart>
        </mc:Choice>
        <mc:Fallback xmlns="">
          <p:pic>
            <p:nvPicPr>
              <p:cNvPr id="36" name="Ink 35">
                <a:extLst>
                  <a:ext uri="{FF2B5EF4-FFF2-40B4-BE49-F238E27FC236}">
                    <a16:creationId xmlns:a16="http://schemas.microsoft.com/office/drawing/2014/main" id="{B69330BC-91AB-F42B-AF28-3E795AAB7487}"/>
                  </a:ext>
                </a:extLst>
              </p:cNvPr>
              <p:cNvPicPr/>
              <p:nvPr/>
            </p:nvPicPr>
            <p:blipFill>
              <a:blip r:embed="rId16"/>
              <a:stretch>
                <a:fillRect/>
              </a:stretch>
            </p:blipFill>
            <p:spPr>
              <a:xfrm>
                <a:off x="4988596" y="287158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050D2969-CA73-39D1-6202-2E09C67CC250}"/>
                  </a:ext>
                </a:extLst>
              </p14:cNvPr>
              <p14:cNvContentPartPr/>
              <p14:nvPr/>
            </p14:nvContentPartPr>
            <p14:xfrm>
              <a:off x="8679676" y="2948624"/>
              <a:ext cx="360" cy="360"/>
            </p14:xfrm>
          </p:contentPart>
        </mc:Choice>
        <mc:Fallback xmlns="">
          <p:pic>
            <p:nvPicPr>
              <p:cNvPr id="37" name="Ink 36">
                <a:extLst>
                  <a:ext uri="{FF2B5EF4-FFF2-40B4-BE49-F238E27FC236}">
                    <a16:creationId xmlns:a16="http://schemas.microsoft.com/office/drawing/2014/main" id="{050D2969-CA73-39D1-6202-2E09C67CC250}"/>
                  </a:ext>
                </a:extLst>
              </p:cNvPr>
              <p:cNvPicPr/>
              <p:nvPr/>
            </p:nvPicPr>
            <p:blipFill>
              <a:blip r:embed="rId16"/>
              <a:stretch>
                <a:fillRect/>
              </a:stretch>
            </p:blipFill>
            <p:spPr>
              <a:xfrm>
                <a:off x="8625676" y="284062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8" name="Ink 37">
                <a:extLst>
                  <a:ext uri="{FF2B5EF4-FFF2-40B4-BE49-F238E27FC236}">
                    <a16:creationId xmlns:a16="http://schemas.microsoft.com/office/drawing/2014/main" id="{A752BF7F-63B8-A5F4-DCA7-6025ED66A686}"/>
                  </a:ext>
                </a:extLst>
              </p14:cNvPr>
              <p14:cNvContentPartPr/>
              <p14:nvPr/>
            </p14:nvContentPartPr>
            <p14:xfrm>
              <a:off x="8751316" y="2948624"/>
              <a:ext cx="360" cy="360"/>
            </p14:xfrm>
          </p:contentPart>
        </mc:Choice>
        <mc:Fallback xmlns="">
          <p:pic>
            <p:nvPicPr>
              <p:cNvPr id="38" name="Ink 37">
                <a:extLst>
                  <a:ext uri="{FF2B5EF4-FFF2-40B4-BE49-F238E27FC236}">
                    <a16:creationId xmlns:a16="http://schemas.microsoft.com/office/drawing/2014/main" id="{A752BF7F-63B8-A5F4-DCA7-6025ED66A686}"/>
                  </a:ext>
                </a:extLst>
              </p:cNvPr>
              <p:cNvPicPr/>
              <p:nvPr/>
            </p:nvPicPr>
            <p:blipFill>
              <a:blip r:embed="rId16"/>
              <a:stretch>
                <a:fillRect/>
              </a:stretch>
            </p:blipFill>
            <p:spPr>
              <a:xfrm>
                <a:off x="8697316" y="284062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5" name="Ink 44">
                <a:extLst>
                  <a:ext uri="{FF2B5EF4-FFF2-40B4-BE49-F238E27FC236}">
                    <a16:creationId xmlns:a16="http://schemas.microsoft.com/office/drawing/2014/main" id="{538239A7-7237-509C-74F9-32704181496B}"/>
                  </a:ext>
                </a:extLst>
              </p14:cNvPr>
              <p14:cNvContentPartPr/>
              <p14:nvPr/>
            </p14:nvContentPartPr>
            <p14:xfrm>
              <a:off x="8823316" y="2948624"/>
              <a:ext cx="360" cy="360"/>
            </p14:xfrm>
          </p:contentPart>
        </mc:Choice>
        <mc:Fallback xmlns="">
          <p:pic>
            <p:nvPicPr>
              <p:cNvPr id="45" name="Ink 44">
                <a:extLst>
                  <a:ext uri="{FF2B5EF4-FFF2-40B4-BE49-F238E27FC236}">
                    <a16:creationId xmlns:a16="http://schemas.microsoft.com/office/drawing/2014/main" id="{538239A7-7237-509C-74F9-32704181496B}"/>
                  </a:ext>
                </a:extLst>
              </p:cNvPr>
              <p:cNvPicPr/>
              <p:nvPr/>
            </p:nvPicPr>
            <p:blipFill>
              <a:blip r:embed="rId16"/>
              <a:stretch>
                <a:fillRect/>
              </a:stretch>
            </p:blipFill>
            <p:spPr>
              <a:xfrm>
                <a:off x="8769316" y="284062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6" name="Ink 45">
                <a:extLst>
                  <a:ext uri="{FF2B5EF4-FFF2-40B4-BE49-F238E27FC236}">
                    <a16:creationId xmlns:a16="http://schemas.microsoft.com/office/drawing/2014/main" id="{0F8EC9E4-34FF-15BC-E793-4BAC32FA77C1}"/>
                  </a:ext>
                </a:extLst>
              </p14:cNvPr>
              <p14:cNvContentPartPr/>
              <p14:nvPr/>
            </p14:nvContentPartPr>
            <p14:xfrm>
              <a:off x="8884876" y="2948624"/>
              <a:ext cx="360" cy="360"/>
            </p14:xfrm>
          </p:contentPart>
        </mc:Choice>
        <mc:Fallback xmlns="">
          <p:pic>
            <p:nvPicPr>
              <p:cNvPr id="46" name="Ink 45">
                <a:extLst>
                  <a:ext uri="{FF2B5EF4-FFF2-40B4-BE49-F238E27FC236}">
                    <a16:creationId xmlns:a16="http://schemas.microsoft.com/office/drawing/2014/main" id="{0F8EC9E4-34FF-15BC-E793-4BAC32FA77C1}"/>
                  </a:ext>
                </a:extLst>
              </p:cNvPr>
              <p:cNvPicPr/>
              <p:nvPr/>
            </p:nvPicPr>
            <p:blipFill>
              <a:blip r:embed="rId16"/>
              <a:stretch>
                <a:fillRect/>
              </a:stretch>
            </p:blipFill>
            <p:spPr>
              <a:xfrm>
                <a:off x="8830876" y="284062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Ink 48">
                <a:extLst>
                  <a:ext uri="{FF2B5EF4-FFF2-40B4-BE49-F238E27FC236}">
                    <a16:creationId xmlns:a16="http://schemas.microsoft.com/office/drawing/2014/main" id="{66629B1B-125D-34A8-FA15-51DD9741FD82}"/>
                  </a:ext>
                </a:extLst>
              </p14:cNvPr>
              <p14:cNvContentPartPr/>
              <p14:nvPr/>
            </p14:nvContentPartPr>
            <p14:xfrm>
              <a:off x="2278516" y="2928464"/>
              <a:ext cx="360" cy="360"/>
            </p14:xfrm>
          </p:contentPart>
        </mc:Choice>
        <mc:Fallback xmlns="">
          <p:pic>
            <p:nvPicPr>
              <p:cNvPr id="49" name="Ink 48">
                <a:extLst>
                  <a:ext uri="{FF2B5EF4-FFF2-40B4-BE49-F238E27FC236}">
                    <a16:creationId xmlns:a16="http://schemas.microsoft.com/office/drawing/2014/main" id="{66629B1B-125D-34A8-FA15-51DD9741FD82}"/>
                  </a:ext>
                </a:extLst>
              </p:cNvPr>
              <p:cNvPicPr/>
              <p:nvPr/>
            </p:nvPicPr>
            <p:blipFill>
              <a:blip r:embed="rId7"/>
              <a:stretch>
                <a:fillRect/>
              </a:stretch>
            </p:blipFill>
            <p:spPr>
              <a:xfrm>
                <a:off x="222451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0" name="Ink 49">
                <a:extLst>
                  <a:ext uri="{FF2B5EF4-FFF2-40B4-BE49-F238E27FC236}">
                    <a16:creationId xmlns:a16="http://schemas.microsoft.com/office/drawing/2014/main" id="{3628ACE7-5676-FB22-0782-4B96FE90E93F}"/>
                  </a:ext>
                </a:extLst>
              </p14:cNvPr>
              <p14:cNvContentPartPr/>
              <p14:nvPr/>
            </p14:nvContentPartPr>
            <p14:xfrm>
              <a:off x="2371396" y="2928464"/>
              <a:ext cx="360" cy="360"/>
            </p14:xfrm>
          </p:contentPart>
        </mc:Choice>
        <mc:Fallback xmlns="">
          <p:pic>
            <p:nvPicPr>
              <p:cNvPr id="50" name="Ink 49">
                <a:extLst>
                  <a:ext uri="{FF2B5EF4-FFF2-40B4-BE49-F238E27FC236}">
                    <a16:creationId xmlns:a16="http://schemas.microsoft.com/office/drawing/2014/main" id="{3628ACE7-5676-FB22-0782-4B96FE90E93F}"/>
                  </a:ext>
                </a:extLst>
              </p:cNvPr>
              <p:cNvPicPr/>
              <p:nvPr/>
            </p:nvPicPr>
            <p:blipFill>
              <a:blip r:embed="rId7"/>
              <a:stretch>
                <a:fillRect/>
              </a:stretch>
            </p:blipFill>
            <p:spPr>
              <a:xfrm>
                <a:off x="231739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1" name="Ink 50">
                <a:extLst>
                  <a:ext uri="{FF2B5EF4-FFF2-40B4-BE49-F238E27FC236}">
                    <a16:creationId xmlns:a16="http://schemas.microsoft.com/office/drawing/2014/main" id="{C8F38607-652F-120F-D544-29587626D1A1}"/>
                  </a:ext>
                </a:extLst>
              </p14:cNvPr>
              <p14:cNvContentPartPr/>
              <p14:nvPr/>
            </p14:nvContentPartPr>
            <p14:xfrm>
              <a:off x="2453116" y="2928464"/>
              <a:ext cx="360" cy="360"/>
            </p14:xfrm>
          </p:contentPart>
        </mc:Choice>
        <mc:Fallback xmlns="">
          <p:pic>
            <p:nvPicPr>
              <p:cNvPr id="51" name="Ink 50">
                <a:extLst>
                  <a:ext uri="{FF2B5EF4-FFF2-40B4-BE49-F238E27FC236}">
                    <a16:creationId xmlns:a16="http://schemas.microsoft.com/office/drawing/2014/main" id="{C8F38607-652F-120F-D544-29587626D1A1}"/>
                  </a:ext>
                </a:extLst>
              </p:cNvPr>
              <p:cNvPicPr/>
              <p:nvPr/>
            </p:nvPicPr>
            <p:blipFill>
              <a:blip r:embed="rId7"/>
              <a:stretch>
                <a:fillRect/>
              </a:stretch>
            </p:blipFill>
            <p:spPr>
              <a:xfrm>
                <a:off x="239911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2" name="Ink 51">
                <a:extLst>
                  <a:ext uri="{FF2B5EF4-FFF2-40B4-BE49-F238E27FC236}">
                    <a16:creationId xmlns:a16="http://schemas.microsoft.com/office/drawing/2014/main" id="{BBDFAA77-4CFD-B263-6CE8-14E1A94AEBF1}"/>
                  </a:ext>
                </a:extLst>
              </p14:cNvPr>
              <p14:cNvContentPartPr/>
              <p14:nvPr/>
            </p14:nvContentPartPr>
            <p14:xfrm>
              <a:off x="6121156" y="2928464"/>
              <a:ext cx="360" cy="360"/>
            </p14:xfrm>
          </p:contentPart>
        </mc:Choice>
        <mc:Fallback xmlns="">
          <p:pic>
            <p:nvPicPr>
              <p:cNvPr id="52" name="Ink 51">
                <a:extLst>
                  <a:ext uri="{FF2B5EF4-FFF2-40B4-BE49-F238E27FC236}">
                    <a16:creationId xmlns:a16="http://schemas.microsoft.com/office/drawing/2014/main" id="{BBDFAA77-4CFD-B263-6CE8-14E1A94AEBF1}"/>
                  </a:ext>
                </a:extLst>
              </p:cNvPr>
              <p:cNvPicPr/>
              <p:nvPr/>
            </p:nvPicPr>
            <p:blipFill>
              <a:blip r:embed="rId7"/>
              <a:stretch>
                <a:fillRect/>
              </a:stretch>
            </p:blipFill>
            <p:spPr>
              <a:xfrm>
                <a:off x="606715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3" name="Ink 52">
                <a:extLst>
                  <a:ext uri="{FF2B5EF4-FFF2-40B4-BE49-F238E27FC236}">
                    <a16:creationId xmlns:a16="http://schemas.microsoft.com/office/drawing/2014/main" id="{1D4311C9-BAEA-092C-42C1-0DE3F0ECCA4C}"/>
                  </a:ext>
                </a:extLst>
              </p14:cNvPr>
              <p14:cNvContentPartPr/>
              <p14:nvPr/>
            </p14:nvContentPartPr>
            <p14:xfrm>
              <a:off x="6152116" y="2928464"/>
              <a:ext cx="360" cy="360"/>
            </p14:xfrm>
          </p:contentPart>
        </mc:Choice>
        <mc:Fallback xmlns="">
          <p:pic>
            <p:nvPicPr>
              <p:cNvPr id="53" name="Ink 52">
                <a:extLst>
                  <a:ext uri="{FF2B5EF4-FFF2-40B4-BE49-F238E27FC236}">
                    <a16:creationId xmlns:a16="http://schemas.microsoft.com/office/drawing/2014/main" id="{1D4311C9-BAEA-092C-42C1-0DE3F0ECCA4C}"/>
                  </a:ext>
                </a:extLst>
              </p:cNvPr>
              <p:cNvPicPr/>
              <p:nvPr/>
            </p:nvPicPr>
            <p:blipFill>
              <a:blip r:embed="rId7"/>
              <a:stretch>
                <a:fillRect/>
              </a:stretch>
            </p:blipFill>
            <p:spPr>
              <a:xfrm>
                <a:off x="609811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4" name="Ink 53">
                <a:extLst>
                  <a:ext uri="{FF2B5EF4-FFF2-40B4-BE49-F238E27FC236}">
                    <a16:creationId xmlns:a16="http://schemas.microsoft.com/office/drawing/2014/main" id="{9DA7B476-C599-B8D6-7C35-3EFDA88004E6}"/>
                  </a:ext>
                </a:extLst>
              </p14:cNvPr>
              <p14:cNvContentPartPr/>
              <p14:nvPr/>
            </p14:nvContentPartPr>
            <p14:xfrm>
              <a:off x="6234196" y="2928464"/>
              <a:ext cx="360" cy="360"/>
            </p14:xfrm>
          </p:contentPart>
        </mc:Choice>
        <mc:Fallback xmlns="">
          <p:pic>
            <p:nvPicPr>
              <p:cNvPr id="54" name="Ink 53">
                <a:extLst>
                  <a:ext uri="{FF2B5EF4-FFF2-40B4-BE49-F238E27FC236}">
                    <a16:creationId xmlns:a16="http://schemas.microsoft.com/office/drawing/2014/main" id="{9DA7B476-C599-B8D6-7C35-3EFDA88004E6}"/>
                  </a:ext>
                </a:extLst>
              </p:cNvPr>
              <p:cNvPicPr/>
              <p:nvPr/>
            </p:nvPicPr>
            <p:blipFill>
              <a:blip r:embed="rId7"/>
              <a:stretch>
                <a:fillRect/>
              </a:stretch>
            </p:blipFill>
            <p:spPr>
              <a:xfrm>
                <a:off x="618019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5" name="Ink 54">
                <a:extLst>
                  <a:ext uri="{FF2B5EF4-FFF2-40B4-BE49-F238E27FC236}">
                    <a16:creationId xmlns:a16="http://schemas.microsoft.com/office/drawing/2014/main" id="{6E0434DE-FE51-54FC-504E-256403413534}"/>
                  </a:ext>
                </a:extLst>
              </p14:cNvPr>
              <p14:cNvContentPartPr/>
              <p14:nvPr/>
            </p14:nvContentPartPr>
            <p14:xfrm>
              <a:off x="6285676" y="2938544"/>
              <a:ext cx="360" cy="360"/>
            </p14:xfrm>
          </p:contentPart>
        </mc:Choice>
        <mc:Fallback xmlns="">
          <p:pic>
            <p:nvPicPr>
              <p:cNvPr id="55" name="Ink 54">
                <a:extLst>
                  <a:ext uri="{FF2B5EF4-FFF2-40B4-BE49-F238E27FC236}">
                    <a16:creationId xmlns:a16="http://schemas.microsoft.com/office/drawing/2014/main" id="{6E0434DE-FE51-54FC-504E-256403413534}"/>
                  </a:ext>
                </a:extLst>
              </p:cNvPr>
              <p:cNvPicPr/>
              <p:nvPr/>
            </p:nvPicPr>
            <p:blipFill>
              <a:blip r:embed="rId7"/>
              <a:stretch>
                <a:fillRect/>
              </a:stretch>
            </p:blipFill>
            <p:spPr>
              <a:xfrm>
                <a:off x="6231676" y="283054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6" name="Ink 55">
                <a:extLst>
                  <a:ext uri="{FF2B5EF4-FFF2-40B4-BE49-F238E27FC236}">
                    <a16:creationId xmlns:a16="http://schemas.microsoft.com/office/drawing/2014/main" id="{0FE901AD-B95B-5F7F-4263-C7CA061BB3E0}"/>
                  </a:ext>
                </a:extLst>
              </p14:cNvPr>
              <p14:cNvContentPartPr/>
              <p14:nvPr/>
            </p14:nvContentPartPr>
            <p14:xfrm>
              <a:off x="6357316" y="2928464"/>
              <a:ext cx="360" cy="360"/>
            </p14:xfrm>
          </p:contentPart>
        </mc:Choice>
        <mc:Fallback xmlns="">
          <p:pic>
            <p:nvPicPr>
              <p:cNvPr id="56" name="Ink 55">
                <a:extLst>
                  <a:ext uri="{FF2B5EF4-FFF2-40B4-BE49-F238E27FC236}">
                    <a16:creationId xmlns:a16="http://schemas.microsoft.com/office/drawing/2014/main" id="{0FE901AD-B95B-5F7F-4263-C7CA061BB3E0}"/>
                  </a:ext>
                </a:extLst>
              </p:cNvPr>
              <p:cNvPicPr/>
              <p:nvPr/>
            </p:nvPicPr>
            <p:blipFill>
              <a:blip r:embed="rId7"/>
              <a:stretch>
                <a:fillRect/>
              </a:stretch>
            </p:blipFill>
            <p:spPr>
              <a:xfrm>
                <a:off x="6303316" y="282046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7" name="Ink 56">
                <a:extLst>
                  <a:ext uri="{FF2B5EF4-FFF2-40B4-BE49-F238E27FC236}">
                    <a16:creationId xmlns:a16="http://schemas.microsoft.com/office/drawing/2014/main" id="{7C7216A9-B8CA-A20C-DCF0-EE1A3A67ED3B}"/>
                  </a:ext>
                </a:extLst>
              </p14:cNvPr>
              <p14:cNvContentPartPr/>
              <p14:nvPr/>
            </p14:nvContentPartPr>
            <p14:xfrm>
              <a:off x="9799276" y="2856104"/>
              <a:ext cx="360" cy="360"/>
            </p14:xfrm>
          </p:contentPart>
        </mc:Choice>
        <mc:Fallback xmlns="">
          <p:pic>
            <p:nvPicPr>
              <p:cNvPr id="57" name="Ink 56">
                <a:extLst>
                  <a:ext uri="{FF2B5EF4-FFF2-40B4-BE49-F238E27FC236}">
                    <a16:creationId xmlns:a16="http://schemas.microsoft.com/office/drawing/2014/main" id="{7C7216A9-B8CA-A20C-DCF0-EE1A3A67ED3B}"/>
                  </a:ext>
                </a:extLst>
              </p:cNvPr>
              <p:cNvPicPr/>
              <p:nvPr/>
            </p:nvPicPr>
            <p:blipFill>
              <a:blip r:embed="rId7"/>
              <a:stretch>
                <a:fillRect/>
              </a:stretch>
            </p:blipFill>
            <p:spPr>
              <a:xfrm>
                <a:off x="9745276" y="274810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8" name="Ink 57">
                <a:extLst>
                  <a:ext uri="{FF2B5EF4-FFF2-40B4-BE49-F238E27FC236}">
                    <a16:creationId xmlns:a16="http://schemas.microsoft.com/office/drawing/2014/main" id="{A5FE80CD-D628-4A8B-80F4-F55347754659}"/>
                  </a:ext>
                </a:extLst>
              </p14:cNvPr>
              <p14:cNvContentPartPr/>
              <p14:nvPr/>
            </p14:nvContentPartPr>
            <p14:xfrm>
              <a:off x="9850756" y="2856104"/>
              <a:ext cx="360" cy="360"/>
            </p14:xfrm>
          </p:contentPart>
        </mc:Choice>
        <mc:Fallback xmlns="">
          <p:pic>
            <p:nvPicPr>
              <p:cNvPr id="58" name="Ink 57">
                <a:extLst>
                  <a:ext uri="{FF2B5EF4-FFF2-40B4-BE49-F238E27FC236}">
                    <a16:creationId xmlns:a16="http://schemas.microsoft.com/office/drawing/2014/main" id="{A5FE80CD-D628-4A8B-80F4-F55347754659}"/>
                  </a:ext>
                </a:extLst>
              </p:cNvPr>
              <p:cNvPicPr/>
              <p:nvPr/>
            </p:nvPicPr>
            <p:blipFill>
              <a:blip r:embed="rId7"/>
              <a:stretch>
                <a:fillRect/>
              </a:stretch>
            </p:blipFill>
            <p:spPr>
              <a:xfrm>
                <a:off x="9796756" y="274810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9" name="Ink 58">
                <a:extLst>
                  <a:ext uri="{FF2B5EF4-FFF2-40B4-BE49-F238E27FC236}">
                    <a16:creationId xmlns:a16="http://schemas.microsoft.com/office/drawing/2014/main" id="{7C6645F9-FF84-0AF1-F5BA-D7F6FBB2C1B0}"/>
                  </a:ext>
                </a:extLst>
              </p14:cNvPr>
              <p14:cNvContentPartPr/>
              <p14:nvPr/>
            </p14:nvContentPartPr>
            <p14:xfrm>
              <a:off x="9901876" y="2856104"/>
              <a:ext cx="360" cy="360"/>
            </p14:xfrm>
          </p:contentPart>
        </mc:Choice>
        <mc:Fallback xmlns="">
          <p:pic>
            <p:nvPicPr>
              <p:cNvPr id="59" name="Ink 58">
                <a:extLst>
                  <a:ext uri="{FF2B5EF4-FFF2-40B4-BE49-F238E27FC236}">
                    <a16:creationId xmlns:a16="http://schemas.microsoft.com/office/drawing/2014/main" id="{7C6645F9-FF84-0AF1-F5BA-D7F6FBB2C1B0}"/>
                  </a:ext>
                </a:extLst>
              </p:cNvPr>
              <p:cNvPicPr/>
              <p:nvPr/>
            </p:nvPicPr>
            <p:blipFill>
              <a:blip r:embed="rId7"/>
              <a:stretch>
                <a:fillRect/>
              </a:stretch>
            </p:blipFill>
            <p:spPr>
              <a:xfrm>
                <a:off x="9847876" y="2748104"/>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0" name="Ink 59">
                <a:extLst>
                  <a:ext uri="{FF2B5EF4-FFF2-40B4-BE49-F238E27FC236}">
                    <a16:creationId xmlns:a16="http://schemas.microsoft.com/office/drawing/2014/main" id="{F1C2ECF7-0936-50AE-EA37-B46F9D91004F}"/>
                  </a:ext>
                </a:extLst>
              </p14:cNvPr>
              <p14:cNvContentPartPr/>
              <p14:nvPr/>
            </p14:nvContentPartPr>
            <p14:xfrm>
              <a:off x="9932836" y="2856104"/>
              <a:ext cx="360" cy="360"/>
            </p14:xfrm>
          </p:contentPart>
        </mc:Choice>
        <mc:Fallback xmlns="">
          <p:pic>
            <p:nvPicPr>
              <p:cNvPr id="60" name="Ink 59">
                <a:extLst>
                  <a:ext uri="{FF2B5EF4-FFF2-40B4-BE49-F238E27FC236}">
                    <a16:creationId xmlns:a16="http://schemas.microsoft.com/office/drawing/2014/main" id="{F1C2ECF7-0936-50AE-EA37-B46F9D91004F}"/>
                  </a:ext>
                </a:extLst>
              </p:cNvPr>
              <p:cNvPicPr/>
              <p:nvPr/>
            </p:nvPicPr>
            <p:blipFill>
              <a:blip r:embed="rId7"/>
              <a:stretch>
                <a:fillRect/>
              </a:stretch>
            </p:blipFill>
            <p:spPr>
              <a:xfrm>
                <a:off x="9878836" y="2748104"/>
                <a:ext cx="108000" cy="216000"/>
              </a:xfrm>
              <a:prstGeom prst="rect">
                <a:avLst/>
              </a:prstGeom>
            </p:spPr>
          </p:pic>
        </mc:Fallback>
      </mc:AlternateContent>
      <p:sp>
        <p:nvSpPr>
          <p:cNvPr id="73" name="TextBox 72">
            <a:extLst>
              <a:ext uri="{FF2B5EF4-FFF2-40B4-BE49-F238E27FC236}">
                <a16:creationId xmlns:a16="http://schemas.microsoft.com/office/drawing/2014/main" id="{9AA6CD01-CB9E-6012-0888-3A0DE211F625}"/>
              </a:ext>
            </a:extLst>
          </p:cNvPr>
          <p:cNvSpPr txBox="1"/>
          <p:nvPr/>
        </p:nvSpPr>
        <p:spPr>
          <a:xfrm>
            <a:off x="1689192" y="4355149"/>
            <a:ext cx="4545004" cy="406265"/>
          </a:xfrm>
          <a:prstGeom prst="rect">
            <a:avLst/>
          </a:prstGeom>
          <a:noFill/>
        </p:spPr>
        <p:txBody>
          <a:bodyPr wrap="square">
            <a:spAutoFit/>
          </a:bodyPr>
          <a:lstStyle/>
          <a:p>
            <a:pPr marL="285750" marR="0" lvl="0" indent="-285750" algn="l" defTabSz="914400" rtl="0" eaLnBrk="1" fontAlgn="auto" latinLnBrk="0" hangingPunct="1">
              <a:lnSpc>
                <a:spcPct val="85000"/>
              </a:lnSpc>
              <a:spcBef>
                <a:spcPts val="0"/>
              </a:spcBef>
              <a:spcAft>
                <a:spcPts val="0"/>
              </a:spcAft>
              <a:buClrTx/>
              <a:buSzTx/>
              <a:buFont typeface="Wingdings" panose="05000000000000000000" pitchFamily="2" charset="2"/>
              <a:buChar char="ü"/>
              <a:tabLst/>
              <a:defRPr/>
            </a:pPr>
            <a:r>
              <a:rPr kumimoji="0" lang="en-US" sz="2400" b="1" i="0" u="none" strike="noStrike" kern="1200" cap="none" normalizeH="0" baseline="0" noProof="0" dirty="0">
                <a:ln>
                  <a:noFill/>
                </a:ln>
                <a:solidFill>
                  <a:srgbClr val="FFEC32"/>
                </a:solidFill>
                <a:effectLst/>
                <a:uLnTx/>
                <a:uFillTx/>
                <a:latin typeface="Arial"/>
                <a:ea typeface="+mn-ea"/>
                <a:cs typeface="+mn-cs"/>
              </a:rPr>
              <a:t>~40% Package size reduced</a:t>
            </a:r>
          </a:p>
        </p:txBody>
      </p:sp>
      <p:sp>
        <p:nvSpPr>
          <p:cNvPr id="13" name="Title 1">
            <a:extLst>
              <a:ext uri="{FF2B5EF4-FFF2-40B4-BE49-F238E27FC236}">
                <a16:creationId xmlns:a16="http://schemas.microsoft.com/office/drawing/2014/main" id="{F399E904-6F21-DE1F-CEF4-3CA19E2DD5A4}"/>
              </a:ext>
            </a:extLst>
          </p:cNvPr>
          <p:cNvSpPr txBox="1">
            <a:spLocks/>
          </p:cNvSpPr>
          <p:nvPr/>
        </p:nvSpPr>
        <p:spPr>
          <a:xfrm>
            <a:off x="4591057" y="6482680"/>
            <a:ext cx="4825516" cy="607656"/>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457200" indent="-457200">
              <a:buFont typeface="Wingdings" panose="05000000000000000000" pitchFamily="2" charset="2"/>
              <a:buChar char="ü"/>
            </a:pPr>
            <a:r>
              <a:rPr lang="en-US" sz="2400" dirty="0">
                <a:solidFill>
                  <a:srgbClr val="00891C"/>
                </a:solidFill>
              </a:rPr>
              <a:t>~58% RAM Usage reduced</a:t>
            </a:r>
            <a:endParaRPr lang="en-US" sz="2400" dirty="0">
              <a:solidFill>
                <a:srgbClr val="00891C"/>
              </a:solidFill>
              <a:cs typeface="Arial"/>
            </a:endParaRPr>
          </a:p>
        </p:txBody>
      </p:sp>
      <p:pic>
        <p:nvPicPr>
          <p:cNvPr id="19" name="Picture 18" descr="A white rectangle with black text&#10;&#10;AI-generated content may be incorrect.">
            <a:extLst>
              <a:ext uri="{FF2B5EF4-FFF2-40B4-BE49-F238E27FC236}">
                <a16:creationId xmlns:a16="http://schemas.microsoft.com/office/drawing/2014/main" id="{E503FC40-45CA-9AC4-F2E3-77D394710234}"/>
              </a:ext>
            </a:extLst>
          </p:cNvPr>
          <p:cNvPicPr>
            <a:picLocks noChangeAspect="1"/>
          </p:cNvPicPr>
          <p:nvPr/>
        </p:nvPicPr>
        <p:blipFill>
          <a:blip r:embed="rId40"/>
          <a:stretch>
            <a:fillRect/>
          </a:stretch>
        </p:blipFill>
        <p:spPr>
          <a:xfrm>
            <a:off x="5175705" y="5072182"/>
            <a:ext cx="5788700" cy="557947"/>
          </a:xfrm>
          <a:prstGeom prst="rect">
            <a:avLst/>
          </a:prstGeom>
        </p:spPr>
      </p:pic>
      <p:sp>
        <p:nvSpPr>
          <p:cNvPr id="22" name="Rectangle 21">
            <a:extLst>
              <a:ext uri="{FF2B5EF4-FFF2-40B4-BE49-F238E27FC236}">
                <a16:creationId xmlns:a16="http://schemas.microsoft.com/office/drawing/2014/main" id="{7B99F706-D8DA-19DF-7B02-C60C47B5414A}"/>
              </a:ext>
            </a:extLst>
          </p:cNvPr>
          <p:cNvSpPr/>
          <p:nvPr/>
        </p:nvSpPr>
        <p:spPr>
          <a:xfrm>
            <a:off x="992628" y="5769444"/>
            <a:ext cx="9972005" cy="648100"/>
          </a:xfrm>
          <a:prstGeom prst="rect">
            <a:avLst/>
          </a:prstGeom>
          <a:solidFill>
            <a:srgbClr val="262626"/>
          </a:solidFill>
          <a:ln w="6350" cap="sq">
            <a:miter lim="800000"/>
          </a:ln>
        </p:spPr>
        <p:style>
          <a:lnRef idx="0">
            <a:schemeClr val="tx1"/>
          </a:lnRef>
          <a:fillRef idx="1">
            <a:schemeClr val="tx1"/>
          </a:fillRef>
          <a:effectRef idx="0">
            <a:srgbClr val="000000"/>
          </a:effectRef>
          <a:fontRef idx="minor">
            <a:schemeClr val="bg1"/>
          </a:fontRef>
        </p:style>
        <p:txBody>
          <a:bodyPr lIns="91440" tIns="45720" rIns="91440" bIns="45720" rtlCol="0" anchor="ctr"/>
          <a:lstStyle/>
          <a:p>
            <a:pPr algn="ctr"/>
            <a:endParaRPr lang="en-US" sz="2400" b="1" dirty="0">
              <a:solidFill>
                <a:srgbClr val="FFFFFF"/>
              </a:solidFill>
              <a:cs typeface="Arial"/>
            </a:endParaRPr>
          </a:p>
        </p:txBody>
      </p:sp>
      <p:pic>
        <p:nvPicPr>
          <p:cNvPr id="25" name="Picture 24">
            <a:extLst>
              <a:ext uri="{FF2B5EF4-FFF2-40B4-BE49-F238E27FC236}">
                <a16:creationId xmlns:a16="http://schemas.microsoft.com/office/drawing/2014/main" id="{7718F797-E4B2-4817-223E-265CA35EA1F8}"/>
              </a:ext>
            </a:extLst>
          </p:cNvPr>
          <p:cNvPicPr>
            <a:picLocks noChangeAspect="1"/>
          </p:cNvPicPr>
          <p:nvPr/>
        </p:nvPicPr>
        <p:blipFill>
          <a:blip r:embed="rId41"/>
          <a:stretch>
            <a:fillRect/>
          </a:stretch>
        </p:blipFill>
        <p:spPr>
          <a:xfrm>
            <a:off x="5173181" y="5839872"/>
            <a:ext cx="5788700" cy="516047"/>
          </a:xfrm>
          <a:prstGeom prst="rect">
            <a:avLst/>
          </a:prstGeom>
        </p:spPr>
      </p:pic>
      <p:sp>
        <p:nvSpPr>
          <p:cNvPr id="27" name="Content Placeholder 3">
            <a:extLst>
              <a:ext uri="{FF2B5EF4-FFF2-40B4-BE49-F238E27FC236}">
                <a16:creationId xmlns:a16="http://schemas.microsoft.com/office/drawing/2014/main" id="{1581657A-132D-DFD4-7720-437527AF6E83}"/>
              </a:ext>
            </a:extLst>
          </p:cNvPr>
          <p:cNvSpPr txBox="1">
            <a:spLocks/>
          </p:cNvSpPr>
          <p:nvPr/>
        </p:nvSpPr>
        <p:spPr>
          <a:xfrm>
            <a:off x="1719357" y="5206427"/>
            <a:ext cx="5101828" cy="484189"/>
          </a:xfrm>
          <a:prstGeom prst="rect">
            <a:avLst/>
          </a:prstGeom>
        </p:spPr>
        <p:txBody>
          <a:bodyPr lIns="0" tIns="45720" rIns="91440" bIns="45720" anchor="t"/>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b="1" i="0" u="none" strike="noStrike" kern="1200" cap="none" normalizeH="0" baseline="0" noProof="0">
                <a:ln>
                  <a:noFill/>
                </a:ln>
                <a:effectLst/>
                <a:uLnTx/>
                <a:uFillTx/>
                <a:latin typeface="Arial"/>
                <a:ea typeface="+mn-ea"/>
                <a:cs typeface="+mn-cs"/>
              </a:rPr>
              <a:t>QT Framework based</a:t>
            </a:r>
            <a:endParaRPr lang="en-US">
              <a:cs typeface="Arial"/>
            </a:endParaRPr>
          </a:p>
        </p:txBody>
      </p:sp>
      <p:sp>
        <p:nvSpPr>
          <p:cNvPr id="28" name="TextBox 27">
            <a:extLst>
              <a:ext uri="{FF2B5EF4-FFF2-40B4-BE49-F238E27FC236}">
                <a16:creationId xmlns:a16="http://schemas.microsoft.com/office/drawing/2014/main" id="{12C8695F-9B28-3BA7-BF8C-85DFE8DEA505}"/>
              </a:ext>
            </a:extLst>
          </p:cNvPr>
          <p:cNvSpPr txBox="1"/>
          <p:nvPr/>
        </p:nvSpPr>
        <p:spPr>
          <a:xfrm>
            <a:off x="2009913" y="5980044"/>
            <a:ext cx="6096000"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b="1" i="0" u="none" strike="noStrike" baseline="0">
                <a:solidFill>
                  <a:srgbClr val="FFFFFF"/>
                </a:solidFill>
                <a:latin typeface="Arial"/>
              </a:rPr>
              <a:t>Win32 API based</a:t>
            </a:r>
            <a:endParaRPr lang="en-US"/>
          </a:p>
          <a:p>
            <a:pPr algn="l">
              <a:lnSpc>
                <a:spcPct val="100000"/>
              </a:lnSpc>
            </a:pPr>
            <a:endParaRPr lang="en-US" sz="1800" dirty="0" err="1"/>
          </a:p>
        </p:txBody>
      </p:sp>
      <p:sp>
        <p:nvSpPr>
          <p:cNvPr id="11" name="Title 1">
            <a:extLst>
              <a:ext uri="{FF2B5EF4-FFF2-40B4-BE49-F238E27FC236}">
                <a16:creationId xmlns:a16="http://schemas.microsoft.com/office/drawing/2014/main" id="{1938FF5F-C6D0-2FBC-471F-387B30F94355}"/>
              </a:ext>
            </a:extLst>
          </p:cNvPr>
          <p:cNvSpPr txBox="1">
            <a:spLocks/>
          </p:cNvSpPr>
          <p:nvPr/>
        </p:nvSpPr>
        <p:spPr>
          <a:xfrm>
            <a:off x="3004697" y="207748"/>
            <a:ext cx="5996428" cy="386787"/>
          </a:xfrm>
          <a:prstGeom prst="rect">
            <a:avLst/>
          </a:prstGeom>
          <a:no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2400" b="1" dirty="0">
                <a:solidFill>
                  <a:srgbClr val="FFFFFF"/>
                </a:solidFill>
                <a:effectLst/>
                <a:latin typeface="Arial" panose="020B0604020202020204" pitchFamily="34" charset="0"/>
              </a:rPr>
              <a:t>Effectiveness of the Solution </a:t>
            </a:r>
            <a:r>
              <a:rPr lang="en-US" sz="1600" b="0" dirty="0">
                <a:solidFill>
                  <a:srgbClr val="FFFFFF"/>
                </a:solidFill>
                <a:effectLst/>
                <a:latin typeface="Arial" panose="020B0604020202020204" pitchFamily="34" charset="0"/>
              </a:rPr>
              <a:t>(Statistical Data)</a:t>
            </a:r>
            <a:endParaRPr lang="en-US" sz="2400" b="0" dirty="0"/>
          </a:p>
        </p:txBody>
      </p:sp>
    </p:spTree>
    <p:extLst>
      <p:ext uri="{BB962C8B-B14F-4D97-AF65-F5344CB8AC3E}">
        <p14:creationId xmlns:p14="http://schemas.microsoft.com/office/powerpoint/2010/main" val="2389267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7059B-2CCD-4716-5B03-84AC9627D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C7BC8-E8D3-2475-5E3F-93A2408F8CF9}"/>
              </a:ext>
            </a:extLst>
          </p:cNvPr>
          <p:cNvSpPr>
            <a:spLocks noGrp="1"/>
          </p:cNvSpPr>
          <p:nvPr>
            <p:ph type="title"/>
          </p:nvPr>
        </p:nvSpPr>
        <p:spPr>
          <a:xfrm>
            <a:off x="484630" y="395696"/>
            <a:ext cx="11503154" cy="539962"/>
          </a:xfrm>
        </p:spPr>
        <p:txBody>
          <a:bodyPr/>
          <a:lstStyle/>
          <a:p>
            <a:pPr algn="ctr"/>
            <a:r>
              <a:rPr lang="en-US" dirty="0"/>
              <a:t>Future Enhancements</a:t>
            </a:r>
          </a:p>
        </p:txBody>
      </p:sp>
      <p:sp>
        <p:nvSpPr>
          <p:cNvPr id="9" name="Content Placeholder 2">
            <a:extLst>
              <a:ext uri="{FF2B5EF4-FFF2-40B4-BE49-F238E27FC236}">
                <a16:creationId xmlns:a16="http://schemas.microsoft.com/office/drawing/2014/main" id="{91F89462-7E46-C74E-4F99-0DCE2BEA2440}"/>
              </a:ext>
            </a:extLst>
          </p:cNvPr>
          <p:cNvSpPr txBox="1">
            <a:spLocks/>
          </p:cNvSpPr>
          <p:nvPr/>
        </p:nvSpPr>
        <p:spPr>
          <a:xfrm>
            <a:off x="682692" y="1597284"/>
            <a:ext cx="6158767" cy="1514851"/>
          </a:xfrm>
          <a:prstGeom prst="rect">
            <a:avLst/>
          </a:prstGeom>
        </p:spPr>
        <p:txBody>
          <a:bodyPr vert="horz" lIns="0" tIns="0" rIns="0" bIns="0" numCol="1" spcCol="393192" rtlCol="0" anchor="t">
            <a:noAutofit/>
          </a:bodyPr>
          <a:lst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Arial"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pitchFamily="2" charset="2"/>
              <a:buChar char="§"/>
            </a:pPr>
            <a:r>
              <a:rPr lang="en-US" sz="1400">
                <a:cs typeface="Arial"/>
              </a:rPr>
              <a:t>Scope for enhancing Security</a:t>
            </a:r>
          </a:p>
          <a:p>
            <a:pPr lvl="1">
              <a:buFont typeface="Wingdings" panose="05000000000000000000" pitchFamily="2" charset="2"/>
              <a:buChar char="§"/>
            </a:pPr>
            <a:r>
              <a:rPr lang="en-US" sz="1400">
                <a:cs typeface="Arial"/>
              </a:rPr>
              <a:t>Automate the MUP Tool Unit Testing and GUI Validation using </a:t>
            </a:r>
            <a:r>
              <a:rPr lang="en-US" sz="1400" dirty="0">
                <a:cs typeface="Arial"/>
              </a:rPr>
              <a:t>Jenkins.</a:t>
            </a:r>
          </a:p>
          <a:p>
            <a:pPr lvl="1">
              <a:buFont typeface="Wingdings" panose="05000000000000000000" pitchFamily="2" charset="2"/>
              <a:buChar char="§"/>
            </a:pPr>
            <a:r>
              <a:rPr lang="en-US" sz="1400">
                <a:cs typeface="Arial"/>
              </a:rPr>
              <a:t>Jira Integration</a:t>
            </a:r>
          </a:p>
        </p:txBody>
      </p:sp>
      <p:sp>
        <p:nvSpPr>
          <p:cNvPr id="3" name="Rectangle 1">
            <a:extLst>
              <a:ext uri="{FF2B5EF4-FFF2-40B4-BE49-F238E27FC236}">
                <a16:creationId xmlns:a16="http://schemas.microsoft.com/office/drawing/2014/main" id="{8C5543D1-917F-8FBB-FFEE-9A75072441A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9921411A-016C-62AA-44DF-F20D496ACCD8}"/>
              </a:ext>
            </a:extLst>
          </p:cNvPr>
          <p:cNvPicPr>
            <a:picLocks noChangeAspect="1"/>
          </p:cNvPicPr>
          <p:nvPr/>
        </p:nvPicPr>
        <p:blipFill>
          <a:blip r:embed="rId3"/>
          <a:stretch>
            <a:fillRect/>
          </a:stretch>
        </p:blipFill>
        <p:spPr>
          <a:xfrm>
            <a:off x="2078127" y="3844463"/>
            <a:ext cx="8035745" cy="1507633"/>
          </a:xfrm>
          <a:prstGeom prst="rect">
            <a:avLst/>
          </a:prstGeom>
        </p:spPr>
      </p:pic>
    </p:spTree>
    <p:extLst>
      <p:ext uri="{BB962C8B-B14F-4D97-AF65-F5344CB8AC3E}">
        <p14:creationId xmlns:p14="http://schemas.microsoft.com/office/powerpoint/2010/main" val="151275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91AB4B-02DA-0FDD-173B-3D860308C803}"/>
              </a:ext>
            </a:extLst>
          </p:cNvPr>
          <p:cNvSpPr>
            <a:spLocks noGrp="1"/>
          </p:cNvSpPr>
          <p:nvPr>
            <p:ph idx="1"/>
          </p:nvPr>
        </p:nvSpPr>
        <p:spPr/>
        <p:txBody>
          <a:bodyPr/>
          <a:lstStyle/>
          <a:p>
            <a:r>
              <a:rPr lang="en-US" sz="9600" b="1" spc="-200">
                <a:gradFill>
                  <a:gsLst>
                    <a:gs pos="100000">
                      <a:srgbClr val="BD03F7"/>
                    </a:gs>
                    <a:gs pos="50000">
                      <a:srgbClr val="3539F4"/>
                    </a:gs>
                    <a:gs pos="0">
                      <a:srgbClr val="0068FF"/>
                    </a:gs>
                  </a:gsLst>
                  <a:lin ang="0" scaled="0"/>
                </a:gradFill>
              </a:rPr>
              <a:t>Thank You</a:t>
            </a:r>
            <a:br>
              <a:rPr lang="en-US" sz="9600" b="1" spc="-200">
                <a:solidFill>
                  <a:schemeClr val="bg1"/>
                </a:solidFill>
              </a:rPr>
            </a:br>
            <a:r>
              <a:rPr lang="en-US" sz="6000"/>
              <a:t>Any Questions ?</a:t>
            </a:r>
          </a:p>
          <a:p>
            <a:endParaRPr lang="en-US"/>
          </a:p>
        </p:txBody>
      </p:sp>
    </p:spTree>
    <p:extLst>
      <p:ext uri="{BB962C8B-B14F-4D97-AF65-F5344CB8AC3E}">
        <p14:creationId xmlns:p14="http://schemas.microsoft.com/office/powerpoint/2010/main" val="3496159463"/>
      </p:ext>
    </p:extLst>
  </p:cSld>
  <p:clrMapOvr>
    <a:masterClrMapping/>
  </p:clrMapOvr>
</p:sld>
</file>

<file path=ppt/theme/theme1.xml><?xml version="1.0" encoding="utf-8"?>
<a:theme xmlns:a="http://schemas.openxmlformats.org/drawingml/2006/main" name="2_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micron-px-keynote-ppt-template-04252024" id="{35A602B0-8C35-8F46-963A-C2D429E5D6F8}" vid="{D6E7497B-981C-2D4B-AE12-A95DCEC3DF12}"/>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FF4F11"/>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BE1E"/>
      </a:accent5>
      <a:accent6>
        <a:srgbClr val="FF4F11"/>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4F11"/>
    </a:custClr>
    <a:custClr name="Gold B">
      <a:srgbClr val="FFBE1E"/>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9F21B1-0753-9A40-8218-DE5DDF7AC63B}">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04DBF754122E46898ADBD757E13DB3" ma:contentTypeVersion="19" ma:contentTypeDescription="Create a new document." ma:contentTypeScope="" ma:versionID="511f61a7d0b14abeec3b46d049ff584e">
  <xsd:schema xmlns:xsd="http://www.w3.org/2001/XMLSchema" xmlns:xs="http://www.w3.org/2001/XMLSchema" xmlns:p="http://schemas.microsoft.com/office/2006/metadata/properties" xmlns:ns2="533c10cd-99f1-4da6-93f3-dff57bbe4ab5" xmlns:ns3="033a5ef2-ba3c-4a2a-a39d-473ae9b8c706" targetNamespace="http://schemas.microsoft.com/office/2006/metadata/properties" ma:root="true" ma:fieldsID="9b55ce1f700a3ef5791a00c5b91bebd5" ns2:_="" ns3:_="">
    <xsd:import namespace="533c10cd-99f1-4da6-93f3-dff57bbe4ab5"/>
    <xsd:import namespace="033a5ef2-ba3c-4a2a-a39d-473ae9b8c70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MediaServiceOCR" minOccurs="0"/>
                <xsd:element ref="ns2:MediaServiceLocation" minOccurs="0"/>
                <xsd:element ref="ns2:comment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3c10cd-99f1-4da6-93f3-dff57bbe4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comments" ma:index="21" nillable="true" ma:displayName="comments" ma:format="Dropdown" ma:internalName="comments">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33a5ef2-ba3c-4a2a-a39d-473ae9b8c70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48b19263-bafc-4696-acf5-b7b5177a33c7}" ma:internalName="TaxCatchAll" ma:showField="CatchAllData" ma:web="033a5ef2-ba3c-4a2a-a39d-473ae9b8c7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33c10cd-99f1-4da6-93f3-dff57bbe4ab5">
      <Terms xmlns="http://schemas.microsoft.com/office/infopath/2007/PartnerControls"/>
    </lcf76f155ced4ddcb4097134ff3c332f>
    <TaxCatchAll xmlns="033a5ef2-ba3c-4a2a-a39d-473ae9b8c706" xsi:nil="true"/>
    <SharedWithUsers xmlns="033a5ef2-ba3c-4a2a-a39d-473ae9b8c706">
      <UserInfo>
        <DisplayName>William Stafford</DisplayName>
        <AccountId>2627</AccountId>
        <AccountType/>
      </UserInfo>
      <UserInfo>
        <DisplayName>Lisa Spenner</DisplayName>
        <AccountId>40</AccountId>
        <AccountType/>
      </UserInfo>
      <UserInfo>
        <DisplayName>Andrew Byrnes</DisplayName>
        <AccountId>262</AccountId>
        <AccountType/>
      </UserInfo>
      <UserInfo>
        <DisplayName>Madina Khodjanyazova</DisplayName>
        <AccountId>2084</AccountId>
        <AccountType/>
      </UserInfo>
      <UserInfo>
        <DisplayName>Anne Mcneal [ CONT-Type2-MITCHELL PALMER LLC ]</DisplayName>
        <AccountId>33146</AccountId>
        <AccountType/>
      </UserInfo>
      <UserInfo>
        <DisplayName>Vesa Heiskanen</DisplayName>
        <AccountId>34899</AccountId>
        <AccountType/>
      </UserInfo>
      <UserInfo>
        <DisplayName>Rachael Fullinwider</DisplayName>
        <AccountId>116</AccountId>
        <AccountType/>
      </UserInfo>
      <UserInfo>
        <DisplayName>Rahul Sandil</DisplayName>
        <AccountId>2116</AccountId>
        <AccountType/>
      </UserInfo>
    </SharedWithUsers>
    <comments xmlns="533c10cd-99f1-4da6-93f3-dff57bbe4ab5" xsi:nil="true"/>
  </documentManagement>
</p:properties>
</file>

<file path=customXml/itemProps1.xml><?xml version="1.0" encoding="utf-8"?>
<ds:datastoreItem xmlns:ds="http://schemas.openxmlformats.org/officeDocument/2006/customXml" ds:itemID="{E5F07B21-8BE5-4EFC-9BEA-10FB67B98338}">
  <ds:schemaRefs>
    <ds:schemaRef ds:uri="033a5ef2-ba3c-4a2a-a39d-473ae9b8c706"/>
    <ds:schemaRef ds:uri="533c10cd-99f1-4da6-93f3-dff57bbe4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BE106B8-1138-436F-9C5E-DE16378AD37C}">
  <ds:schemaRefs>
    <ds:schemaRef ds:uri="http://schemas.microsoft.com/sharepoint/v3/contenttype/forms"/>
  </ds:schemaRefs>
</ds:datastoreItem>
</file>

<file path=customXml/itemProps3.xml><?xml version="1.0" encoding="utf-8"?>
<ds:datastoreItem xmlns:ds="http://schemas.openxmlformats.org/officeDocument/2006/customXml" ds:itemID="{BA7F6FF0-A875-4FAB-9DD6-927D4AC30B46}">
  <ds:schemaRefs>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purl.org/dc/dcmitype/"/>
    <ds:schemaRef ds:uri="http://schemas.microsoft.com/office/infopath/2007/PartnerControls"/>
    <ds:schemaRef ds:uri="033a5ef2-ba3c-4a2a-a39d-473ae9b8c706"/>
    <ds:schemaRef ds:uri="533c10cd-99f1-4da6-93f3-dff57bbe4ab5"/>
    <ds:schemaRef ds:uri="http://www.w3.org/XML/1998/namespace"/>
    <ds:schemaRef ds:uri="http://purl.org/dc/elements/1.1/"/>
  </ds:schemaRefs>
</ds:datastoreItem>
</file>

<file path=docMetadata/LabelInfo.xml><?xml version="1.0" encoding="utf-8"?>
<clbl:labelList xmlns:clbl="http://schemas.microsoft.com/office/2020/mipLabelMetadata">
  <clbl:label id="{6fdea275-d6f3-438f-b8d8-013cab2023d3}"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Micron</Template>
  <TotalTime>0</TotalTime>
  <Words>1779</Words>
  <Application>Microsoft Office PowerPoint</Application>
  <PresentationFormat>Widescreen</PresentationFormat>
  <Paragraphs>231</Paragraphs>
  <Slides>14</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Segoe UI</vt:lpstr>
      <vt:lpstr>Wingdings</vt:lpstr>
      <vt:lpstr>2_Micron</vt:lpstr>
      <vt:lpstr>MUP TOOL Modernization</vt:lpstr>
      <vt:lpstr>PowerPoint Presentation</vt:lpstr>
      <vt:lpstr>PowerPoint Presentation</vt:lpstr>
      <vt:lpstr>PowerPoint Presentation</vt:lpstr>
      <vt:lpstr>PowerPoint Presentation</vt:lpstr>
      <vt:lpstr>1. Expensive License</vt:lpstr>
      <vt:lpstr>PowerPoint Presentation</vt:lpstr>
      <vt:lpstr>PowerPoint Presentation</vt:lpstr>
      <vt:lpstr>Tauri Framework</vt:lpstr>
      <vt:lpstr>Proposed MUP Architecture/Technology Stack</vt:lpstr>
      <vt:lpstr>Ensured Same GUI</vt:lpstr>
      <vt:lpstr>~57% Tool size reduced</vt:lpstr>
      <vt:lpstr>Future Enhancements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Micron PowerPoint template Updated February 27, 2023</dc:title>
  <dc:subject/>
  <dc:creator>Anne McNeal [ CONT-Type2-MITCHELL PALMER LLC ]</dc:creator>
  <cp:keywords/>
  <dc:description/>
  <cp:lastModifiedBy>Shreejeet Mishra</cp:lastModifiedBy>
  <cp:revision>307</cp:revision>
  <dcterms:created xsi:type="dcterms:W3CDTF">2023-03-08T19:15:39Z</dcterms:created>
  <dcterms:modified xsi:type="dcterms:W3CDTF">2026-05-02T09:15:19Z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
  </property>
  <property fmtid="{D5CDD505-2E9C-101B-9397-08002B2CF9AE}" pid="3" name="ContentTypeId">
    <vt:lpwstr>0x0101001804DBF754122E46898ADBD757E13DB3</vt:lpwstr>
  </property>
  <property fmtid="{D5CDD505-2E9C-101B-9397-08002B2CF9AE}" pid="4" name="ItemRetentionFormula">
    <vt:lpwstr/>
  </property>
  <property fmtid="{D5CDD505-2E9C-101B-9397-08002B2CF9AE}" pid="5" name="GCMRecordTag">
    <vt:lpwstr/>
  </property>
  <property fmtid="{D5CDD505-2E9C-101B-9397-08002B2CF9AE}" pid="6" name="MediaServiceImageTags">
    <vt:lpwstr/>
  </property>
  <property fmtid="{D5CDD505-2E9C-101B-9397-08002B2CF9AE}" pid="7" name="GCM Keywords">
    <vt:lpwstr/>
  </property>
  <property fmtid="{D5CDD505-2E9C-101B-9397-08002B2CF9AE}" pid="8" name="GCM_x0020_Keywords">
    <vt:lpwstr/>
  </property>
  <property fmtid="{D5CDD505-2E9C-101B-9397-08002B2CF9AE}" pid="9" name="MSIP_Label_6fdea275-d6f3-438f-b8d8-013cab2023d3_Enabled">
    <vt:lpwstr>true</vt:lpwstr>
  </property>
  <property fmtid="{D5CDD505-2E9C-101B-9397-08002B2CF9AE}" pid="10" name="MSIP_Label_6fdea275-d6f3-438f-b8d8-013cab2023d3_SetDate">
    <vt:lpwstr>2025-03-26T21:07:00Z</vt:lpwstr>
  </property>
  <property fmtid="{D5CDD505-2E9C-101B-9397-08002B2CF9AE}" pid="11" name="MSIP_Label_6fdea275-d6f3-438f-b8d8-013cab2023d3_Method">
    <vt:lpwstr>Privileged</vt:lpwstr>
  </property>
  <property fmtid="{D5CDD505-2E9C-101B-9397-08002B2CF9AE}" pid="12" name="MSIP_Label_6fdea275-d6f3-438f-b8d8-013cab2023d3_Name">
    <vt:lpwstr>Public</vt:lpwstr>
  </property>
  <property fmtid="{D5CDD505-2E9C-101B-9397-08002B2CF9AE}" pid="13" name="MSIP_Label_6fdea275-d6f3-438f-b8d8-013cab2023d3_SiteId">
    <vt:lpwstr>f38a5ecd-2813-4862-b11b-ac1d563c806f</vt:lpwstr>
  </property>
  <property fmtid="{D5CDD505-2E9C-101B-9397-08002B2CF9AE}" pid="14" name="MSIP_Label_6fdea275-d6f3-438f-b8d8-013cab2023d3_ActionId">
    <vt:lpwstr>8c7dddad-adc9-4263-ac1a-c497ca49830f</vt:lpwstr>
  </property>
  <property fmtid="{D5CDD505-2E9C-101B-9397-08002B2CF9AE}" pid="15" name="MSIP_Label_6fdea275-d6f3-438f-b8d8-013cab2023d3_ContentBits">
    <vt:lpwstr>0</vt:lpwstr>
  </property>
  <property fmtid="{D5CDD505-2E9C-101B-9397-08002B2CF9AE}" pid="16" name="MSIP_Label_6fdea275-d6f3-438f-b8d8-013cab2023d3_Tag">
    <vt:lpwstr>50, 0, 1, 1</vt:lpwstr>
  </property>
</Properties>
</file>